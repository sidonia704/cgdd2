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83cc897514489d" /><Relationship Type="http://schemas.openxmlformats.org/officeDocument/2006/relationships/extended-properties" Target="/docProps/app.xml" Id="Re93c491b2dc14b2a" /><Relationship Type="http://schemas.openxmlformats.org/officeDocument/2006/relationships/officeDocument" Target="/ppt/presentation.xml" Id="R6c9c25c26a224ea0" /></Relationships>
</file>

<file path=ppt/presentation.xml><?xml version="1.0" encoding="utf-8"?>
<p:presentation xmlns:p="http://schemas.openxmlformats.org/presentationml/2006/main">
  <p:sldMasterIdLst>
    <p:sldMasterId xmlns:r="http://schemas.openxmlformats.org/officeDocument/2006/relationships" id="2147483648" r:id="R1974f88d9fa447b8"/>
  </p:sldMasterIdLst>
  <p:notesMasterIdLst>
    <p:notesMasterId xmlns:r="http://schemas.openxmlformats.org/officeDocument/2006/relationships" r:id="Rc400b3b012564415"/>
  </p:notesMasterIdLst>
  <p:sldIdLst>
    <p:sldId xmlns:r="http://schemas.openxmlformats.org/officeDocument/2006/relationships" id="256" r:id="Rda4f361e2fdb4fe2"/>
  </p:sldIdLst>
  <p:sldSz cx="28575000" cy="3429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922d7effd94b58" /><Relationship Type="http://schemas.openxmlformats.org/officeDocument/2006/relationships/slideMaster" Target="/ppt/slideMasters/slideMaster1.xml" Id="R1974f88d9fa447b8" /><Relationship Type="http://schemas.openxmlformats.org/officeDocument/2006/relationships/notesMaster" Target="/ppt/notesMasters/notesMaster1.xml" Id="Rc400b3b012564415" /><Relationship Type="http://schemas.openxmlformats.org/officeDocument/2006/relationships/presProps" Target="/ppt/presProps.xml" Id="Ra7c8338c15a74b67" /><Relationship Type="http://schemas.openxmlformats.org/officeDocument/2006/relationships/tableStyles" Target="/ppt/tableStyles.xml" Id="Rfc1643a477934397" /><Relationship Type="http://schemas.openxmlformats.org/officeDocument/2006/relationships/slide" Target="/ppt/slides/slide1.xml" Id="Rda4f361e2fdb4f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12e7d4d21a4c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cf571647cf4d43" /><Relationship Type="http://schemas.openxmlformats.org/officeDocument/2006/relationships/notesMaster" Target="/ppt/notesMasters/notesMaster1.xml" Id="Rb93c2a6d6bf24f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Reassembly / Anisoptera Games: https://store.steampowered.com/app/329130/Reassembly/</a:t>
            </a:r>
          </a:p>
          <a:p xmlns:a="http://schemas.openxmlformats.org/drawingml/2006/main">
            <a:r>
              <a:t>[2] Robocraft / Freejam: https://store.steampowered.com/app/301520/Robocraft/</a:t>
            </a:r>
          </a:p>
          <a:p xmlns:a="http://schemas.openxmlformats.org/drawingml/2006/main">
            <a:r>
              <a:t>[3] Minecraft / Safe Haven on a Dark Night / Mr_Mega_Mango: https://www.minecraft.net/en-us/article/safe-haven-on-a-dark-night</a:t>
            </a:r>
          </a:p>
          <a:p xmlns:a="http://schemas.openxmlformats.org/drawingml/2006/main">
            <a:r>
              <a:t>[4] Cosmoteer / Walternate Realities: https://store.steampowered.com/app/799600/</a:t>
            </a:r>
          </a:p>
          <a:p xmlns:a="http://schemas.openxmlformats.org/drawingml/2006/main">
            <a:r>
              <a:t>[5] Nimbatus / Stray Fawn Studio: https://store.steampowered.com/app/383840/</a:t>
            </a:r>
          </a:p>
          <a:p xmlns:a="http://schemas.openxmlformats.org/drawingml/2006/main">
            <a:r>
              <a:t>[6] Airships: Conquer the Skies / David Stark: https://store.steampowered.com/app/342560/</a:t>
            </a:r>
          </a:p>
          <a:p xmlns:a="http://schemas.openxmlformats.org/drawingml/2006/main">
            <a:r>
              <a:t>[7] Maker Faire, Mission: https://makerfaire.com/community/mission/</a:t>
            </a:r>
          </a:p>
          <a:p xmlns:a="http://schemas.openxmlformats.org/drawingml/2006/main">
            <a:r>
              <a:t>[8] Carnegie Mellon University, Student Makerspace Safety Program: https://www.cmu.edu/ehs/Workplace-Construction/documents/ehs-student-makerspace-safety-program.pdf</a:t>
            </a:r>
          </a:p>
          <a:p xmlns:a="http://schemas.openxmlformats.org/drawingml/2006/main">
            <a:r>
              <a:t>Opening lines translate the user’s stated motivation and approved direction. Proposed spatial/audio choices are design intentions.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16654f94764d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13b3f2b81541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46254464284b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34014e5af642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acf30800ff4d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d9cbf1461e448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95B2B8-4A5C-4E1D-AD63-52A4638CC169}"/>
              </a:ext>
            </a:extLst>
          </p:cNvPr>
          <p:cNvSpPr>
            <a:spLocks xmlns:a="http://schemas.openxmlformats.org/drawingml/2006/main" noGrp="1"/>
          </p:cNvSpPr>
          <p:nvPr>
            <p:ph type="title" idx="0"/>
          </p:nvPr>
        </p:nvSpPr>
        <p:spPr>
          <a:xfrm xmlns:a="http://schemas.openxmlformats.org/drawingml/2006/main">
            <a:off x="2857500" y="12954000"/>
            <a:ext cx="22860000" cy="495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250" b="1">
                <a:solidFill>
                  <a:schemeClr val="tx1"/>
                </a:solidFill>
                <a:latin typeface="+mj-lt"/>
                <a:ea typeface="+mj-lt"/>
                <a:cs typeface="+mj-lt"/>
              </a:defRPr>
            </a:defPPr>
            <a:lvl1pPr marL="0" indent="0" algn="ctr">
              <a:lnSpc>
                <a:spcPct val="110000"/>
              </a:lnSpc>
              <a:spcBef>
                <a:spcPts val="0"/>
              </a:spcBef>
              <a:spcAft>
                <a:spcPts val="0"/>
              </a:spcAft>
              <a:buNone/>
              <a:defRPr sz="11250" b="1">
                <a:solidFill>
                  <a:schemeClr val="tx1"/>
                </a:solidFill>
                <a:latin typeface="+mj-lt"/>
                <a:ea typeface="+mj-lt"/>
                <a:cs typeface="+mj-lt"/>
              </a:defRPr>
            </a:lvl1pPr>
            <a:lvl2pPr marL="0" indent="0" algn="ctr">
              <a:lnSpc>
                <a:spcPct val="110000"/>
              </a:lnSpc>
              <a:spcBef>
                <a:spcPts val="0"/>
              </a:spcBef>
              <a:spcAft>
                <a:spcPts val="0"/>
              </a:spcAft>
              <a:buNone/>
              <a:defRPr sz="11250" b="1">
                <a:solidFill>
                  <a:schemeClr val="tx1"/>
                </a:solidFill>
                <a:latin typeface="+mj-lt"/>
                <a:ea typeface="+mj-lt"/>
                <a:cs typeface="+mj-lt"/>
              </a:defRPr>
            </a:lvl2pPr>
            <a:lvl3pPr marL="0" indent="0" algn="ctr">
              <a:lnSpc>
                <a:spcPct val="110000"/>
              </a:lnSpc>
              <a:spcBef>
                <a:spcPts val="0"/>
              </a:spcBef>
              <a:spcAft>
                <a:spcPts val="0"/>
              </a:spcAft>
              <a:buNone/>
              <a:defRPr sz="11250" b="1">
                <a:solidFill>
                  <a:schemeClr val="tx1"/>
                </a:solidFill>
                <a:latin typeface="+mj-lt"/>
                <a:ea typeface="+mj-lt"/>
                <a:cs typeface="+mj-lt"/>
              </a:defRPr>
            </a:lvl3pPr>
            <a:lvl4pPr marL="0" indent="0" algn="ctr">
              <a:lnSpc>
                <a:spcPct val="110000"/>
              </a:lnSpc>
              <a:spcBef>
                <a:spcPts val="0"/>
              </a:spcBef>
              <a:spcAft>
                <a:spcPts val="0"/>
              </a:spcAft>
              <a:buNone/>
              <a:defRPr sz="11250" b="1">
                <a:solidFill>
                  <a:schemeClr val="tx1"/>
                </a:solidFill>
                <a:latin typeface="+mj-lt"/>
                <a:ea typeface="+mj-lt"/>
                <a:cs typeface="+mj-lt"/>
              </a:defRPr>
            </a:lvl4pPr>
            <a:lvl5pPr marL="0" indent="0" algn="ctr">
              <a:lnSpc>
                <a:spcPct val="110000"/>
              </a:lnSpc>
              <a:spcBef>
                <a:spcPts val="0"/>
              </a:spcBef>
              <a:spcAft>
                <a:spcPts val="0"/>
              </a:spcAft>
              <a:buNone/>
              <a:defRPr sz="11250" b="1">
                <a:solidFill>
                  <a:schemeClr val="tx1"/>
                </a:solidFill>
                <a:latin typeface="+mj-lt"/>
                <a:ea typeface="+mj-lt"/>
                <a:cs typeface="+mj-lt"/>
              </a:defRPr>
            </a:lvl5pPr>
            <a:lvl6pPr marL="0" indent="0" algn="ctr">
              <a:lnSpc>
                <a:spcPct val="110000"/>
              </a:lnSpc>
              <a:spcBef>
                <a:spcPts val="0"/>
              </a:spcBef>
              <a:spcAft>
                <a:spcPts val="0"/>
              </a:spcAft>
              <a:buNone/>
              <a:defRPr sz="11250" b="1">
                <a:solidFill>
                  <a:schemeClr val="tx1"/>
                </a:solidFill>
                <a:latin typeface="+mj-lt"/>
                <a:ea typeface="+mj-lt"/>
                <a:cs typeface="+mj-lt"/>
              </a:defRPr>
            </a:lvl6pPr>
            <a:lvl7pPr marL="0" indent="0" algn="ctr">
              <a:lnSpc>
                <a:spcPct val="110000"/>
              </a:lnSpc>
              <a:spcBef>
                <a:spcPts val="0"/>
              </a:spcBef>
              <a:spcAft>
                <a:spcPts val="0"/>
              </a:spcAft>
              <a:buNone/>
              <a:defRPr sz="11250" b="1">
                <a:solidFill>
                  <a:schemeClr val="tx1"/>
                </a:solidFill>
                <a:latin typeface="+mj-lt"/>
                <a:ea typeface="+mj-lt"/>
                <a:cs typeface="+mj-lt"/>
              </a:defRPr>
            </a:lvl7pPr>
            <a:lvl8pPr marL="0" indent="0" algn="ctr">
              <a:lnSpc>
                <a:spcPct val="110000"/>
              </a:lnSpc>
              <a:spcBef>
                <a:spcPts val="0"/>
              </a:spcBef>
              <a:spcAft>
                <a:spcPts val="0"/>
              </a:spcAft>
              <a:buNone/>
              <a:defRPr sz="11250" b="1">
                <a:solidFill>
                  <a:schemeClr val="tx1"/>
                </a:solidFill>
                <a:latin typeface="+mj-lt"/>
                <a:ea typeface="+mj-lt"/>
                <a:cs typeface="+mj-lt"/>
              </a:defRPr>
            </a:lvl8pPr>
            <a:lvl9pPr marL="0" indent="0" algn="ctr">
              <a:lnSpc>
                <a:spcPct val="110000"/>
              </a:lnSpc>
              <a:spcBef>
                <a:spcPts val="0"/>
              </a:spcBef>
              <a:spcAft>
                <a:spcPts val="0"/>
              </a:spcAft>
              <a:buNone/>
              <a:defRPr sz="1125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F267CA-55FA-41CE-ACE8-9ACD7DD89BBE}"/>
              </a:ext>
            </a:extLst>
          </p:cNvPr>
          <p:cNvSpPr>
            <a:spLocks xmlns:a="http://schemas.openxmlformats.org/drawingml/2006/main" noGrp="1"/>
          </p:cNvSpPr>
          <p:nvPr>
            <p:ph type="subTitle" idx="1"/>
          </p:nvPr>
        </p:nvSpPr>
        <p:spPr>
          <a:xfrm xmlns:a="http://schemas.openxmlformats.org/drawingml/2006/main">
            <a:off x="4286250" y="18859500"/>
            <a:ext cx="20002500" cy="381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922" b="0">
                <a:solidFill>
                  <a:schemeClr val="tx1"/>
                </a:solidFill>
                <a:latin typeface="+mn-lt"/>
                <a:ea typeface="+mn-lt"/>
                <a:cs typeface="+mn-lt"/>
              </a:defRPr>
            </a:defPPr>
            <a:lvl1pPr marL="0" indent="0" algn="ctr">
              <a:lnSpc>
                <a:spcPct val="110000"/>
              </a:lnSpc>
              <a:spcBef>
                <a:spcPts val="0"/>
              </a:spcBef>
              <a:spcAft>
                <a:spcPts val="0"/>
              </a:spcAft>
              <a:buNone/>
              <a:defRPr sz="4922" b="0">
                <a:solidFill>
                  <a:schemeClr val="tx1"/>
                </a:solidFill>
                <a:latin typeface="+mn-lt"/>
                <a:ea typeface="+mn-lt"/>
                <a:cs typeface="+mn-lt"/>
              </a:defRPr>
            </a:lvl1pPr>
            <a:lvl2pPr marL="0" indent="0" algn="ctr">
              <a:lnSpc>
                <a:spcPct val="110000"/>
              </a:lnSpc>
              <a:spcBef>
                <a:spcPts val="0"/>
              </a:spcBef>
              <a:spcAft>
                <a:spcPts val="0"/>
              </a:spcAft>
              <a:buNone/>
              <a:defRPr sz="4922" b="0">
                <a:solidFill>
                  <a:schemeClr val="tx1"/>
                </a:solidFill>
                <a:latin typeface="+mn-lt"/>
                <a:ea typeface="+mn-lt"/>
                <a:cs typeface="+mn-lt"/>
              </a:defRPr>
            </a:lvl2pPr>
            <a:lvl3pPr marL="0" indent="0" algn="ctr">
              <a:lnSpc>
                <a:spcPct val="110000"/>
              </a:lnSpc>
              <a:spcBef>
                <a:spcPts val="0"/>
              </a:spcBef>
              <a:spcAft>
                <a:spcPts val="0"/>
              </a:spcAft>
              <a:buNone/>
              <a:defRPr sz="4922" b="0">
                <a:solidFill>
                  <a:schemeClr val="tx1"/>
                </a:solidFill>
                <a:latin typeface="+mn-lt"/>
                <a:ea typeface="+mn-lt"/>
                <a:cs typeface="+mn-lt"/>
              </a:defRPr>
            </a:lvl3pPr>
            <a:lvl4pPr marL="0" indent="0" algn="ctr">
              <a:lnSpc>
                <a:spcPct val="110000"/>
              </a:lnSpc>
              <a:spcBef>
                <a:spcPts val="0"/>
              </a:spcBef>
              <a:spcAft>
                <a:spcPts val="0"/>
              </a:spcAft>
              <a:buNone/>
              <a:defRPr sz="4922" b="0">
                <a:solidFill>
                  <a:schemeClr val="tx1"/>
                </a:solidFill>
                <a:latin typeface="+mn-lt"/>
                <a:ea typeface="+mn-lt"/>
                <a:cs typeface="+mn-lt"/>
              </a:defRPr>
            </a:lvl4pPr>
            <a:lvl5pPr marL="0" indent="0" algn="ctr">
              <a:lnSpc>
                <a:spcPct val="110000"/>
              </a:lnSpc>
              <a:spcBef>
                <a:spcPts val="0"/>
              </a:spcBef>
              <a:spcAft>
                <a:spcPts val="0"/>
              </a:spcAft>
              <a:buNone/>
              <a:defRPr sz="4922" b="0">
                <a:solidFill>
                  <a:schemeClr val="tx1"/>
                </a:solidFill>
                <a:latin typeface="+mn-lt"/>
                <a:ea typeface="+mn-lt"/>
                <a:cs typeface="+mn-lt"/>
              </a:defRPr>
            </a:lvl5pPr>
            <a:lvl6pPr marL="0" indent="0" algn="ctr">
              <a:lnSpc>
                <a:spcPct val="110000"/>
              </a:lnSpc>
              <a:spcBef>
                <a:spcPts val="0"/>
              </a:spcBef>
              <a:spcAft>
                <a:spcPts val="0"/>
              </a:spcAft>
              <a:buNone/>
              <a:defRPr sz="4922" b="0">
                <a:solidFill>
                  <a:schemeClr val="tx1"/>
                </a:solidFill>
                <a:latin typeface="+mn-lt"/>
                <a:ea typeface="+mn-lt"/>
                <a:cs typeface="+mn-lt"/>
              </a:defRPr>
            </a:lvl6pPr>
            <a:lvl7pPr marL="0" indent="0" algn="ctr">
              <a:lnSpc>
                <a:spcPct val="110000"/>
              </a:lnSpc>
              <a:spcBef>
                <a:spcPts val="0"/>
              </a:spcBef>
              <a:spcAft>
                <a:spcPts val="0"/>
              </a:spcAft>
              <a:buNone/>
              <a:defRPr sz="4922" b="0">
                <a:solidFill>
                  <a:schemeClr val="tx1"/>
                </a:solidFill>
                <a:latin typeface="+mn-lt"/>
                <a:ea typeface="+mn-lt"/>
                <a:cs typeface="+mn-lt"/>
              </a:defRPr>
            </a:lvl7pPr>
            <a:lvl8pPr marL="0" indent="0" algn="ctr">
              <a:lnSpc>
                <a:spcPct val="110000"/>
              </a:lnSpc>
              <a:spcBef>
                <a:spcPts val="0"/>
              </a:spcBef>
              <a:spcAft>
                <a:spcPts val="0"/>
              </a:spcAft>
              <a:buNone/>
              <a:defRPr sz="4922" b="0">
                <a:solidFill>
                  <a:schemeClr val="tx1"/>
                </a:solidFill>
                <a:latin typeface="+mn-lt"/>
                <a:ea typeface="+mn-lt"/>
                <a:cs typeface="+mn-lt"/>
              </a:defRPr>
            </a:lvl8pPr>
            <a:lvl9pPr marL="0" indent="0" algn="ctr">
              <a:lnSpc>
                <a:spcPct val="110000"/>
              </a:lnSpc>
              <a:spcBef>
                <a:spcPts val="0"/>
              </a:spcBef>
              <a:spcAft>
                <a:spcPts val="0"/>
              </a:spcAft>
              <a:buNone/>
              <a:defRPr sz="492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3B438B9-A4B4-47F2-AB1C-C9B4D680CE81}"/>
              </a:ext>
            </a:extLst>
          </p:cNvPr>
          <p:cNvSpPr>
            <a:spLocks xmlns:a="http://schemas.openxmlformats.org/drawingml/2006/main" noGrp="1"/>
          </p:cNvSpPr>
          <p:nvPr>
            <p:ph type="title" idx="0"/>
          </p:nvPr>
        </p:nvSpPr>
        <p:spPr>
          <a:xfrm xmlns:a="http://schemas.openxmlformats.org/drawingml/2006/main">
            <a:off x="2857500" y="14287500"/>
            <a:ext cx="22860000" cy="5715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844" b="1">
                <a:solidFill>
                  <a:schemeClr val="tx1"/>
                </a:solidFill>
                <a:latin typeface="+mj-lt"/>
                <a:ea typeface="+mj-lt"/>
                <a:cs typeface="+mj-lt"/>
              </a:defRPr>
            </a:defPPr>
            <a:lvl1pPr marL="0" indent="0" algn="ctr">
              <a:lnSpc>
                <a:spcPct val="110000"/>
              </a:lnSpc>
              <a:spcBef>
                <a:spcPts val="0"/>
              </a:spcBef>
              <a:spcAft>
                <a:spcPts val="0"/>
              </a:spcAft>
              <a:buNone/>
              <a:defRPr sz="9844" b="1">
                <a:solidFill>
                  <a:schemeClr val="tx1"/>
                </a:solidFill>
                <a:latin typeface="+mj-lt"/>
                <a:ea typeface="+mj-lt"/>
                <a:cs typeface="+mj-lt"/>
              </a:defRPr>
            </a:lvl1pPr>
            <a:lvl2pPr marL="0" indent="0" algn="ctr">
              <a:lnSpc>
                <a:spcPct val="110000"/>
              </a:lnSpc>
              <a:spcBef>
                <a:spcPts val="0"/>
              </a:spcBef>
              <a:spcAft>
                <a:spcPts val="0"/>
              </a:spcAft>
              <a:buNone/>
              <a:defRPr sz="9844" b="1">
                <a:solidFill>
                  <a:schemeClr val="tx1"/>
                </a:solidFill>
                <a:latin typeface="+mj-lt"/>
                <a:ea typeface="+mj-lt"/>
                <a:cs typeface="+mj-lt"/>
              </a:defRPr>
            </a:lvl2pPr>
            <a:lvl3pPr marL="0" indent="0" algn="ctr">
              <a:lnSpc>
                <a:spcPct val="110000"/>
              </a:lnSpc>
              <a:spcBef>
                <a:spcPts val="0"/>
              </a:spcBef>
              <a:spcAft>
                <a:spcPts val="0"/>
              </a:spcAft>
              <a:buNone/>
              <a:defRPr sz="9844" b="1">
                <a:solidFill>
                  <a:schemeClr val="tx1"/>
                </a:solidFill>
                <a:latin typeface="+mj-lt"/>
                <a:ea typeface="+mj-lt"/>
                <a:cs typeface="+mj-lt"/>
              </a:defRPr>
            </a:lvl3pPr>
            <a:lvl4pPr marL="0" indent="0" algn="ctr">
              <a:lnSpc>
                <a:spcPct val="110000"/>
              </a:lnSpc>
              <a:spcBef>
                <a:spcPts val="0"/>
              </a:spcBef>
              <a:spcAft>
                <a:spcPts val="0"/>
              </a:spcAft>
              <a:buNone/>
              <a:defRPr sz="9844" b="1">
                <a:solidFill>
                  <a:schemeClr val="tx1"/>
                </a:solidFill>
                <a:latin typeface="+mj-lt"/>
                <a:ea typeface="+mj-lt"/>
                <a:cs typeface="+mj-lt"/>
              </a:defRPr>
            </a:lvl4pPr>
            <a:lvl5pPr marL="0" indent="0" algn="ctr">
              <a:lnSpc>
                <a:spcPct val="110000"/>
              </a:lnSpc>
              <a:spcBef>
                <a:spcPts val="0"/>
              </a:spcBef>
              <a:spcAft>
                <a:spcPts val="0"/>
              </a:spcAft>
              <a:buNone/>
              <a:defRPr sz="9844" b="1">
                <a:solidFill>
                  <a:schemeClr val="tx1"/>
                </a:solidFill>
                <a:latin typeface="+mj-lt"/>
                <a:ea typeface="+mj-lt"/>
                <a:cs typeface="+mj-lt"/>
              </a:defRPr>
            </a:lvl5pPr>
            <a:lvl6pPr marL="0" indent="0" algn="ctr">
              <a:lnSpc>
                <a:spcPct val="110000"/>
              </a:lnSpc>
              <a:spcBef>
                <a:spcPts val="0"/>
              </a:spcBef>
              <a:spcAft>
                <a:spcPts val="0"/>
              </a:spcAft>
              <a:buNone/>
              <a:defRPr sz="9844" b="1">
                <a:solidFill>
                  <a:schemeClr val="tx1"/>
                </a:solidFill>
                <a:latin typeface="+mj-lt"/>
                <a:ea typeface="+mj-lt"/>
                <a:cs typeface="+mj-lt"/>
              </a:defRPr>
            </a:lvl6pPr>
            <a:lvl7pPr marL="0" indent="0" algn="ctr">
              <a:lnSpc>
                <a:spcPct val="110000"/>
              </a:lnSpc>
              <a:spcBef>
                <a:spcPts val="0"/>
              </a:spcBef>
              <a:spcAft>
                <a:spcPts val="0"/>
              </a:spcAft>
              <a:buNone/>
              <a:defRPr sz="9844" b="1">
                <a:solidFill>
                  <a:schemeClr val="tx1"/>
                </a:solidFill>
                <a:latin typeface="+mj-lt"/>
                <a:ea typeface="+mj-lt"/>
                <a:cs typeface="+mj-lt"/>
              </a:defRPr>
            </a:lvl7pPr>
            <a:lvl8pPr marL="0" indent="0" algn="ctr">
              <a:lnSpc>
                <a:spcPct val="110000"/>
              </a:lnSpc>
              <a:spcBef>
                <a:spcPts val="0"/>
              </a:spcBef>
              <a:spcAft>
                <a:spcPts val="0"/>
              </a:spcAft>
              <a:buNone/>
              <a:defRPr sz="9844" b="1">
                <a:solidFill>
                  <a:schemeClr val="tx1"/>
                </a:solidFill>
                <a:latin typeface="+mj-lt"/>
                <a:ea typeface="+mj-lt"/>
                <a:cs typeface="+mj-lt"/>
              </a:defRPr>
            </a:lvl8pPr>
            <a:lvl9pPr marL="0" indent="0" algn="ctr">
              <a:lnSpc>
                <a:spcPct val="110000"/>
              </a:lnSpc>
              <a:spcBef>
                <a:spcPts val="0"/>
              </a:spcBef>
              <a:spcAft>
                <a:spcPts val="0"/>
              </a:spcAft>
              <a:buNone/>
              <a:defRPr sz="984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7B02C9-2FE4-4AD4-88E6-04FB9E7A50EE}"/>
              </a:ext>
            </a:extLst>
          </p:cNvPr>
          <p:cNvSpPr>
            <a:spLocks xmlns:a="http://schemas.openxmlformats.org/drawingml/2006/main" noGrp="1"/>
          </p:cNvSpPr>
          <p:nvPr>
            <p:ph type="title" idx="0"/>
          </p:nvPr>
        </p:nvSpPr>
        <p:spPr>
          <a:xfrm xmlns:a="http://schemas.openxmlformats.org/drawingml/2006/main">
            <a:off x="1607344" y="2667000"/>
            <a:ext cx="25360313" cy="419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734" b="1">
                <a:solidFill>
                  <a:schemeClr val="tx1"/>
                </a:solidFill>
                <a:latin typeface="+mj-lt"/>
                <a:ea typeface="+mj-lt"/>
                <a:cs typeface="+mj-lt"/>
              </a:defRPr>
            </a:defPPr>
            <a:lvl1pPr marL="0" indent="0" algn="l">
              <a:lnSpc>
                <a:spcPct val="110000"/>
              </a:lnSpc>
              <a:spcBef>
                <a:spcPts val="0"/>
              </a:spcBef>
              <a:spcAft>
                <a:spcPts val="0"/>
              </a:spcAft>
              <a:buNone/>
              <a:defRPr sz="7734" b="1">
                <a:solidFill>
                  <a:schemeClr val="tx1"/>
                </a:solidFill>
                <a:latin typeface="+mj-lt"/>
                <a:ea typeface="+mj-lt"/>
                <a:cs typeface="+mj-lt"/>
              </a:defRPr>
            </a:lvl1pPr>
            <a:lvl2pPr marL="0" indent="0" algn="l">
              <a:lnSpc>
                <a:spcPct val="110000"/>
              </a:lnSpc>
              <a:spcBef>
                <a:spcPts val="0"/>
              </a:spcBef>
              <a:spcAft>
                <a:spcPts val="0"/>
              </a:spcAft>
              <a:buNone/>
              <a:defRPr sz="7734" b="1">
                <a:solidFill>
                  <a:schemeClr val="tx1"/>
                </a:solidFill>
                <a:latin typeface="+mj-lt"/>
                <a:ea typeface="+mj-lt"/>
                <a:cs typeface="+mj-lt"/>
              </a:defRPr>
            </a:lvl2pPr>
            <a:lvl3pPr marL="0" indent="0" algn="l">
              <a:lnSpc>
                <a:spcPct val="110000"/>
              </a:lnSpc>
              <a:spcBef>
                <a:spcPts val="0"/>
              </a:spcBef>
              <a:spcAft>
                <a:spcPts val="0"/>
              </a:spcAft>
              <a:buNone/>
              <a:defRPr sz="7734" b="1">
                <a:solidFill>
                  <a:schemeClr val="tx1"/>
                </a:solidFill>
                <a:latin typeface="+mj-lt"/>
                <a:ea typeface="+mj-lt"/>
                <a:cs typeface="+mj-lt"/>
              </a:defRPr>
            </a:lvl3pPr>
            <a:lvl4pPr marL="0" indent="0" algn="l">
              <a:lnSpc>
                <a:spcPct val="110000"/>
              </a:lnSpc>
              <a:spcBef>
                <a:spcPts val="0"/>
              </a:spcBef>
              <a:spcAft>
                <a:spcPts val="0"/>
              </a:spcAft>
              <a:buNone/>
              <a:defRPr sz="7734" b="1">
                <a:solidFill>
                  <a:schemeClr val="tx1"/>
                </a:solidFill>
                <a:latin typeface="+mj-lt"/>
                <a:ea typeface="+mj-lt"/>
                <a:cs typeface="+mj-lt"/>
              </a:defRPr>
            </a:lvl4pPr>
            <a:lvl5pPr marL="0" indent="0" algn="l">
              <a:lnSpc>
                <a:spcPct val="110000"/>
              </a:lnSpc>
              <a:spcBef>
                <a:spcPts val="0"/>
              </a:spcBef>
              <a:spcAft>
                <a:spcPts val="0"/>
              </a:spcAft>
              <a:buNone/>
              <a:defRPr sz="7734" b="1">
                <a:solidFill>
                  <a:schemeClr val="tx1"/>
                </a:solidFill>
                <a:latin typeface="+mj-lt"/>
                <a:ea typeface="+mj-lt"/>
                <a:cs typeface="+mj-lt"/>
              </a:defRPr>
            </a:lvl5pPr>
            <a:lvl6pPr marL="0" indent="0" algn="l">
              <a:lnSpc>
                <a:spcPct val="110000"/>
              </a:lnSpc>
              <a:spcBef>
                <a:spcPts val="0"/>
              </a:spcBef>
              <a:spcAft>
                <a:spcPts val="0"/>
              </a:spcAft>
              <a:buNone/>
              <a:defRPr sz="7734" b="1">
                <a:solidFill>
                  <a:schemeClr val="tx1"/>
                </a:solidFill>
                <a:latin typeface="+mj-lt"/>
                <a:ea typeface="+mj-lt"/>
                <a:cs typeface="+mj-lt"/>
              </a:defRPr>
            </a:lvl6pPr>
            <a:lvl7pPr marL="0" indent="0" algn="l">
              <a:lnSpc>
                <a:spcPct val="110000"/>
              </a:lnSpc>
              <a:spcBef>
                <a:spcPts val="0"/>
              </a:spcBef>
              <a:spcAft>
                <a:spcPts val="0"/>
              </a:spcAft>
              <a:buNone/>
              <a:defRPr sz="7734" b="1">
                <a:solidFill>
                  <a:schemeClr val="tx1"/>
                </a:solidFill>
                <a:latin typeface="+mj-lt"/>
                <a:ea typeface="+mj-lt"/>
                <a:cs typeface="+mj-lt"/>
              </a:defRPr>
            </a:lvl7pPr>
            <a:lvl8pPr marL="0" indent="0" algn="l">
              <a:lnSpc>
                <a:spcPct val="110000"/>
              </a:lnSpc>
              <a:spcBef>
                <a:spcPts val="0"/>
              </a:spcBef>
              <a:spcAft>
                <a:spcPts val="0"/>
              </a:spcAft>
              <a:buNone/>
              <a:defRPr sz="7734" b="1">
                <a:solidFill>
                  <a:schemeClr val="tx1"/>
                </a:solidFill>
                <a:latin typeface="+mj-lt"/>
                <a:ea typeface="+mj-lt"/>
                <a:cs typeface="+mj-lt"/>
              </a:defRPr>
            </a:lvl8pPr>
            <a:lvl9pPr marL="0" indent="0" algn="l">
              <a:lnSpc>
                <a:spcPct val="110000"/>
              </a:lnSpc>
              <a:spcBef>
                <a:spcPts val="0"/>
              </a:spcBef>
              <a:spcAft>
                <a:spcPts val="0"/>
              </a:spcAft>
              <a:buNone/>
              <a:defRPr sz="773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CE6295-2143-4086-8E1D-9A02778BDD65}"/>
              </a:ext>
            </a:extLst>
          </p:cNvPr>
          <p:cNvSpPr>
            <a:spLocks xmlns:a="http://schemas.openxmlformats.org/drawingml/2006/main" noGrp="1"/>
          </p:cNvSpPr>
          <p:nvPr>
            <p:ph type="body" idx="1"/>
          </p:nvPr>
        </p:nvSpPr>
        <p:spPr>
          <a:xfrm xmlns:a="http://schemas.openxmlformats.org/drawingml/2006/main">
            <a:off x="1607344" y="9525000"/>
            <a:ext cx="25360313"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73" b="0">
                <a:solidFill>
                  <a:schemeClr val="tx1"/>
                </a:solidFill>
                <a:latin typeface="+mn-lt"/>
                <a:ea typeface="+mn-lt"/>
                <a:cs typeface="+mn-lt"/>
              </a:defRPr>
            </a:defPPr>
            <a:lvl1pPr marL="535781" indent="-535781" algn="l">
              <a:lnSpc>
                <a:spcPct val="110000"/>
              </a:lnSpc>
              <a:spcBef>
                <a:spcPts val="0"/>
              </a:spcBef>
              <a:spcAft>
                <a:spcPts val="2813"/>
              </a:spcAft>
              <a:buChar char="•"/>
              <a:defRPr sz="5273" b="0">
                <a:solidFill>
                  <a:schemeClr val="tx1"/>
                </a:solidFill>
                <a:latin typeface="+mn-lt"/>
                <a:ea typeface="+mn-lt"/>
                <a:cs typeface="+mn-lt"/>
              </a:defRPr>
            </a:lvl1pPr>
            <a:lvl2pPr marL="1250156" indent="-535781" algn="l">
              <a:lnSpc>
                <a:spcPct val="110000"/>
              </a:lnSpc>
              <a:spcBef>
                <a:spcPts val="0"/>
              </a:spcBef>
              <a:spcAft>
                <a:spcPts val="2813"/>
              </a:spcAft>
              <a:buChar char="•"/>
              <a:defRPr sz="5273" b="0">
                <a:solidFill>
                  <a:schemeClr val="tx1"/>
                </a:solidFill>
                <a:latin typeface="+mn-lt"/>
                <a:ea typeface="+mn-lt"/>
                <a:cs typeface="+mn-lt"/>
              </a:defRPr>
            </a:lvl2pPr>
            <a:lvl3pPr marL="1964531" indent="-535781" algn="l">
              <a:lnSpc>
                <a:spcPct val="110000"/>
              </a:lnSpc>
              <a:spcBef>
                <a:spcPts val="0"/>
              </a:spcBef>
              <a:spcAft>
                <a:spcPts val="2813"/>
              </a:spcAft>
              <a:buChar char="•"/>
              <a:defRPr sz="5273" b="0">
                <a:solidFill>
                  <a:schemeClr val="tx1"/>
                </a:solidFill>
                <a:latin typeface="+mn-lt"/>
                <a:ea typeface="+mn-lt"/>
                <a:cs typeface="+mn-lt"/>
              </a:defRPr>
            </a:lvl3pPr>
            <a:lvl4pPr marL="2678906" indent="-535781" algn="l">
              <a:lnSpc>
                <a:spcPct val="110000"/>
              </a:lnSpc>
              <a:spcBef>
                <a:spcPts val="0"/>
              </a:spcBef>
              <a:spcAft>
                <a:spcPts val="2813"/>
              </a:spcAft>
              <a:buChar char="•"/>
              <a:defRPr sz="5273" b="0">
                <a:solidFill>
                  <a:schemeClr val="tx1"/>
                </a:solidFill>
                <a:latin typeface="+mn-lt"/>
                <a:ea typeface="+mn-lt"/>
                <a:cs typeface="+mn-lt"/>
              </a:defRPr>
            </a:lvl4pPr>
            <a:lvl5pPr marL="3393281" indent="-535781" algn="l">
              <a:lnSpc>
                <a:spcPct val="110000"/>
              </a:lnSpc>
              <a:spcBef>
                <a:spcPts val="0"/>
              </a:spcBef>
              <a:spcAft>
                <a:spcPts val="2813"/>
              </a:spcAft>
              <a:buChar char="•"/>
              <a:defRPr sz="5273" b="0">
                <a:solidFill>
                  <a:schemeClr val="tx1"/>
                </a:solidFill>
                <a:latin typeface="+mn-lt"/>
                <a:ea typeface="+mn-lt"/>
                <a:cs typeface="+mn-lt"/>
              </a:defRPr>
            </a:lvl5pPr>
            <a:lvl6pPr marL="4107656" indent="-535781" algn="l">
              <a:lnSpc>
                <a:spcPct val="110000"/>
              </a:lnSpc>
              <a:spcBef>
                <a:spcPts val="0"/>
              </a:spcBef>
              <a:spcAft>
                <a:spcPts val="2813"/>
              </a:spcAft>
              <a:buChar char="•"/>
              <a:defRPr sz="5273" b="0">
                <a:solidFill>
                  <a:schemeClr val="tx1"/>
                </a:solidFill>
                <a:latin typeface="+mn-lt"/>
                <a:ea typeface="+mn-lt"/>
                <a:cs typeface="+mn-lt"/>
              </a:defRPr>
            </a:lvl6pPr>
            <a:lvl7pPr marL="4822031" indent="-535781" algn="l">
              <a:lnSpc>
                <a:spcPct val="110000"/>
              </a:lnSpc>
              <a:spcBef>
                <a:spcPts val="0"/>
              </a:spcBef>
              <a:spcAft>
                <a:spcPts val="2813"/>
              </a:spcAft>
              <a:buChar char="•"/>
              <a:defRPr sz="5273" b="0">
                <a:solidFill>
                  <a:schemeClr val="tx1"/>
                </a:solidFill>
                <a:latin typeface="+mn-lt"/>
                <a:ea typeface="+mn-lt"/>
                <a:cs typeface="+mn-lt"/>
              </a:defRPr>
            </a:lvl7pPr>
            <a:lvl8pPr marL="5536406" indent="-535781" algn="l">
              <a:lnSpc>
                <a:spcPct val="110000"/>
              </a:lnSpc>
              <a:spcBef>
                <a:spcPts val="0"/>
              </a:spcBef>
              <a:spcAft>
                <a:spcPts val="2813"/>
              </a:spcAft>
              <a:buChar char="•"/>
              <a:defRPr sz="5273" b="0">
                <a:solidFill>
                  <a:schemeClr val="tx1"/>
                </a:solidFill>
                <a:latin typeface="+mn-lt"/>
                <a:ea typeface="+mn-lt"/>
                <a:cs typeface="+mn-lt"/>
              </a:defRPr>
            </a:lvl8pPr>
            <a:lvl9pPr marL="6250781" indent="-535781" algn="l">
              <a:lnSpc>
                <a:spcPct val="110000"/>
              </a:lnSpc>
              <a:spcBef>
                <a:spcPts val="0"/>
              </a:spcBef>
              <a:spcAft>
                <a:spcPts val="2813"/>
              </a:spcAft>
              <a:buChar char="•"/>
              <a:defRPr sz="527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640129-D369-434D-8DCD-8E3AF24A9705}"/>
              </a:ext>
            </a:extLst>
          </p:cNvPr>
          <p:cNvSpPr>
            <a:spLocks xmlns:a="http://schemas.openxmlformats.org/drawingml/2006/main" noGrp="1"/>
          </p:cNvSpPr>
          <p:nvPr>
            <p:ph type="title" idx="0"/>
          </p:nvPr>
        </p:nvSpPr>
        <p:spPr>
          <a:xfrm xmlns:a="http://schemas.openxmlformats.org/drawingml/2006/main">
            <a:off x="1607344" y="2667000"/>
            <a:ext cx="25360313" cy="419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734" b="1">
                <a:solidFill>
                  <a:schemeClr val="tx1"/>
                </a:solidFill>
                <a:latin typeface="+mj-lt"/>
                <a:ea typeface="+mj-lt"/>
                <a:cs typeface="+mj-lt"/>
              </a:defRPr>
            </a:defPPr>
            <a:lvl1pPr marL="0" indent="0" algn="l">
              <a:lnSpc>
                <a:spcPct val="110000"/>
              </a:lnSpc>
              <a:spcBef>
                <a:spcPts val="0"/>
              </a:spcBef>
              <a:spcAft>
                <a:spcPts val="0"/>
              </a:spcAft>
              <a:buNone/>
              <a:defRPr sz="7734" b="1">
                <a:solidFill>
                  <a:schemeClr val="tx1"/>
                </a:solidFill>
                <a:latin typeface="+mj-lt"/>
                <a:ea typeface="+mj-lt"/>
                <a:cs typeface="+mj-lt"/>
              </a:defRPr>
            </a:lvl1pPr>
            <a:lvl2pPr marL="0" indent="0" algn="l">
              <a:lnSpc>
                <a:spcPct val="110000"/>
              </a:lnSpc>
              <a:spcBef>
                <a:spcPts val="0"/>
              </a:spcBef>
              <a:spcAft>
                <a:spcPts val="0"/>
              </a:spcAft>
              <a:buNone/>
              <a:defRPr sz="7734" b="1">
                <a:solidFill>
                  <a:schemeClr val="tx1"/>
                </a:solidFill>
                <a:latin typeface="+mj-lt"/>
                <a:ea typeface="+mj-lt"/>
                <a:cs typeface="+mj-lt"/>
              </a:defRPr>
            </a:lvl2pPr>
            <a:lvl3pPr marL="0" indent="0" algn="l">
              <a:lnSpc>
                <a:spcPct val="110000"/>
              </a:lnSpc>
              <a:spcBef>
                <a:spcPts val="0"/>
              </a:spcBef>
              <a:spcAft>
                <a:spcPts val="0"/>
              </a:spcAft>
              <a:buNone/>
              <a:defRPr sz="7734" b="1">
                <a:solidFill>
                  <a:schemeClr val="tx1"/>
                </a:solidFill>
                <a:latin typeface="+mj-lt"/>
                <a:ea typeface="+mj-lt"/>
                <a:cs typeface="+mj-lt"/>
              </a:defRPr>
            </a:lvl3pPr>
            <a:lvl4pPr marL="0" indent="0" algn="l">
              <a:lnSpc>
                <a:spcPct val="110000"/>
              </a:lnSpc>
              <a:spcBef>
                <a:spcPts val="0"/>
              </a:spcBef>
              <a:spcAft>
                <a:spcPts val="0"/>
              </a:spcAft>
              <a:buNone/>
              <a:defRPr sz="7734" b="1">
                <a:solidFill>
                  <a:schemeClr val="tx1"/>
                </a:solidFill>
                <a:latin typeface="+mj-lt"/>
                <a:ea typeface="+mj-lt"/>
                <a:cs typeface="+mj-lt"/>
              </a:defRPr>
            </a:lvl4pPr>
            <a:lvl5pPr marL="0" indent="0" algn="l">
              <a:lnSpc>
                <a:spcPct val="110000"/>
              </a:lnSpc>
              <a:spcBef>
                <a:spcPts val="0"/>
              </a:spcBef>
              <a:spcAft>
                <a:spcPts val="0"/>
              </a:spcAft>
              <a:buNone/>
              <a:defRPr sz="7734" b="1">
                <a:solidFill>
                  <a:schemeClr val="tx1"/>
                </a:solidFill>
                <a:latin typeface="+mj-lt"/>
                <a:ea typeface="+mj-lt"/>
                <a:cs typeface="+mj-lt"/>
              </a:defRPr>
            </a:lvl5pPr>
            <a:lvl6pPr marL="0" indent="0" algn="l">
              <a:lnSpc>
                <a:spcPct val="110000"/>
              </a:lnSpc>
              <a:spcBef>
                <a:spcPts val="0"/>
              </a:spcBef>
              <a:spcAft>
                <a:spcPts val="0"/>
              </a:spcAft>
              <a:buNone/>
              <a:defRPr sz="7734" b="1">
                <a:solidFill>
                  <a:schemeClr val="tx1"/>
                </a:solidFill>
                <a:latin typeface="+mj-lt"/>
                <a:ea typeface="+mj-lt"/>
                <a:cs typeface="+mj-lt"/>
              </a:defRPr>
            </a:lvl6pPr>
            <a:lvl7pPr marL="0" indent="0" algn="l">
              <a:lnSpc>
                <a:spcPct val="110000"/>
              </a:lnSpc>
              <a:spcBef>
                <a:spcPts val="0"/>
              </a:spcBef>
              <a:spcAft>
                <a:spcPts val="0"/>
              </a:spcAft>
              <a:buNone/>
              <a:defRPr sz="7734" b="1">
                <a:solidFill>
                  <a:schemeClr val="tx1"/>
                </a:solidFill>
                <a:latin typeface="+mj-lt"/>
                <a:ea typeface="+mj-lt"/>
                <a:cs typeface="+mj-lt"/>
              </a:defRPr>
            </a:lvl7pPr>
            <a:lvl8pPr marL="0" indent="0" algn="l">
              <a:lnSpc>
                <a:spcPct val="110000"/>
              </a:lnSpc>
              <a:spcBef>
                <a:spcPts val="0"/>
              </a:spcBef>
              <a:spcAft>
                <a:spcPts val="0"/>
              </a:spcAft>
              <a:buNone/>
              <a:defRPr sz="7734" b="1">
                <a:solidFill>
                  <a:schemeClr val="tx1"/>
                </a:solidFill>
                <a:latin typeface="+mj-lt"/>
                <a:ea typeface="+mj-lt"/>
                <a:cs typeface="+mj-lt"/>
              </a:defRPr>
            </a:lvl8pPr>
            <a:lvl9pPr marL="0" indent="0" algn="l">
              <a:lnSpc>
                <a:spcPct val="110000"/>
              </a:lnSpc>
              <a:spcBef>
                <a:spcPts val="0"/>
              </a:spcBef>
              <a:spcAft>
                <a:spcPts val="0"/>
              </a:spcAft>
              <a:buNone/>
              <a:defRPr sz="773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E469ED-9F69-4A49-855F-4DA3CB24F4B0}"/>
              </a:ext>
            </a:extLst>
          </p:cNvPr>
          <p:cNvSpPr>
            <a:spLocks xmlns:a="http://schemas.openxmlformats.org/drawingml/2006/main" noGrp="1"/>
          </p:cNvSpPr>
          <p:nvPr>
            <p:ph type="body" idx="1"/>
          </p:nvPr>
        </p:nvSpPr>
        <p:spPr>
          <a:xfrm xmlns:a="http://schemas.openxmlformats.org/drawingml/2006/main">
            <a:off x="1607344" y="9525000"/>
            <a:ext cx="11787188"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22" b="0">
                <a:solidFill>
                  <a:schemeClr val="tx1"/>
                </a:solidFill>
                <a:latin typeface="+mn-lt"/>
                <a:ea typeface="+mn-lt"/>
                <a:cs typeface="+mn-lt"/>
              </a:defRPr>
            </a:defPPr>
            <a:lvl1pPr marL="535781" indent="-535781" algn="l">
              <a:lnSpc>
                <a:spcPct val="110000"/>
              </a:lnSpc>
              <a:spcBef>
                <a:spcPts val="0"/>
              </a:spcBef>
              <a:spcAft>
                <a:spcPts val="2813"/>
              </a:spcAft>
              <a:buChar char="•"/>
              <a:defRPr sz="4922" b="0">
                <a:solidFill>
                  <a:schemeClr val="tx1"/>
                </a:solidFill>
                <a:latin typeface="+mn-lt"/>
                <a:ea typeface="+mn-lt"/>
                <a:cs typeface="+mn-lt"/>
              </a:defRPr>
            </a:lvl1pPr>
            <a:lvl2pPr marL="1250156" indent="-535781" algn="l">
              <a:lnSpc>
                <a:spcPct val="110000"/>
              </a:lnSpc>
              <a:spcBef>
                <a:spcPts val="0"/>
              </a:spcBef>
              <a:spcAft>
                <a:spcPts val="2813"/>
              </a:spcAft>
              <a:buChar char="•"/>
              <a:defRPr sz="4922" b="0">
                <a:solidFill>
                  <a:schemeClr val="tx1"/>
                </a:solidFill>
                <a:latin typeface="+mn-lt"/>
                <a:ea typeface="+mn-lt"/>
                <a:cs typeface="+mn-lt"/>
              </a:defRPr>
            </a:lvl2pPr>
            <a:lvl3pPr marL="1964531" indent="-535781" algn="l">
              <a:lnSpc>
                <a:spcPct val="110000"/>
              </a:lnSpc>
              <a:spcBef>
                <a:spcPts val="0"/>
              </a:spcBef>
              <a:spcAft>
                <a:spcPts val="2813"/>
              </a:spcAft>
              <a:buChar char="•"/>
              <a:defRPr sz="4922" b="0">
                <a:solidFill>
                  <a:schemeClr val="tx1"/>
                </a:solidFill>
                <a:latin typeface="+mn-lt"/>
                <a:ea typeface="+mn-lt"/>
                <a:cs typeface="+mn-lt"/>
              </a:defRPr>
            </a:lvl3pPr>
            <a:lvl4pPr marL="2678906" indent="-535781" algn="l">
              <a:lnSpc>
                <a:spcPct val="110000"/>
              </a:lnSpc>
              <a:spcBef>
                <a:spcPts val="0"/>
              </a:spcBef>
              <a:spcAft>
                <a:spcPts val="2813"/>
              </a:spcAft>
              <a:buChar char="•"/>
              <a:defRPr sz="4922" b="0">
                <a:solidFill>
                  <a:schemeClr val="tx1"/>
                </a:solidFill>
                <a:latin typeface="+mn-lt"/>
                <a:ea typeface="+mn-lt"/>
                <a:cs typeface="+mn-lt"/>
              </a:defRPr>
            </a:lvl4pPr>
            <a:lvl5pPr marL="3393281" indent="-535781" algn="l">
              <a:lnSpc>
                <a:spcPct val="110000"/>
              </a:lnSpc>
              <a:spcBef>
                <a:spcPts val="0"/>
              </a:spcBef>
              <a:spcAft>
                <a:spcPts val="2813"/>
              </a:spcAft>
              <a:buChar char="•"/>
              <a:defRPr sz="4922" b="0">
                <a:solidFill>
                  <a:schemeClr val="tx1"/>
                </a:solidFill>
                <a:latin typeface="+mn-lt"/>
                <a:ea typeface="+mn-lt"/>
                <a:cs typeface="+mn-lt"/>
              </a:defRPr>
            </a:lvl5pPr>
            <a:lvl6pPr marL="4107656" indent="-535781" algn="l">
              <a:lnSpc>
                <a:spcPct val="110000"/>
              </a:lnSpc>
              <a:spcBef>
                <a:spcPts val="0"/>
              </a:spcBef>
              <a:spcAft>
                <a:spcPts val="2813"/>
              </a:spcAft>
              <a:buChar char="•"/>
              <a:defRPr sz="4922" b="0">
                <a:solidFill>
                  <a:schemeClr val="tx1"/>
                </a:solidFill>
                <a:latin typeface="+mn-lt"/>
                <a:ea typeface="+mn-lt"/>
                <a:cs typeface="+mn-lt"/>
              </a:defRPr>
            </a:lvl6pPr>
            <a:lvl7pPr marL="4822031" indent="-535781" algn="l">
              <a:lnSpc>
                <a:spcPct val="110000"/>
              </a:lnSpc>
              <a:spcBef>
                <a:spcPts val="0"/>
              </a:spcBef>
              <a:spcAft>
                <a:spcPts val="2813"/>
              </a:spcAft>
              <a:buChar char="•"/>
              <a:defRPr sz="4922" b="0">
                <a:solidFill>
                  <a:schemeClr val="tx1"/>
                </a:solidFill>
                <a:latin typeface="+mn-lt"/>
                <a:ea typeface="+mn-lt"/>
                <a:cs typeface="+mn-lt"/>
              </a:defRPr>
            </a:lvl7pPr>
            <a:lvl8pPr marL="5536406" indent="-535781" algn="l">
              <a:lnSpc>
                <a:spcPct val="110000"/>
              </a:lnSpc>
              <a:spcBef>
                <a:spcPts val="0"/>
              </a:spcBef>
              <a:spcAft>
                <a:spcPts val="2813"/>
              </a:spcAft>
              <a:buChar char="•"/>
              <a:defRPr sz="4922" b="0">
                <a:solidFill>
                  <a:schemeClr val="tx1"/>
                </a:solidFill>
                <a:latin typeface="+mn-lt"/>
                <a:ea typeface="+mn-lt"/>
                <a:cs typeface="+mn-lt"/>
              </a:defRPr>
            </a:lvl8pPr>
            <a:lvl9pPr marL="6250781" indent="-535781" algn="l">
              <a:lnSpc>
                <a:spcPct val="110000"/>
              </a:lnSpc>
              <a:spcBef>
                <a:spcPts val="0"/>
              </a:spcBef>
              <a:spcAft>
                <a:spcPts val="2813"/>
              </a:spcAft>
              <a:buChar char="•"/>
              <a:defRPr sz="492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6E09A3-7441-4E23-9BAC-A36B50CBC444}"/>
              </a:ext>
            </a:extLst>
          </p:cNvPr>
          <p:cNvSpPr>
            <a:spLocks xmlns:a="http://schemas.openxmlformats.org/drawingml/2006/main" noGrp="1"/>
          </p:cNvSpPr>
          <p:nvPr>
            <p:ph type="body" idx="2"/>
          </p:nvPr>
        </p:nvSpPr>
        <p:spPr>
          <a:xfrm xmlns:a="http://schemas.openxmlformats.org/drawingml/2006/main">
            <a:off x="15180469" y="9525000"/>
            <a:ext cx="11787188"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22" b="0">
                <a:solidFill>
                  <a:schemeClr val="tx1"/>
                </a:solidFill>
                <a:latin typeface="+mn-lt"/>
                <a:ea typeface="+mn-lt"/>
                <a:cs typeface="+mn-lt"/>
              </a:defRPr>
            </a:defPPr>
            <a:lvl1pPr marL="535781" indent="-535781" algn="l">
              <a:lnSpc>
                <a:spcPct val="110000"/>
              </a:lnSpc>
              <a:spcBef>
                <a:spcPts val="0"/>
              </a:spcBef>
              <a:spcAft>
                <a:spcPts val="2813"/>
              </a:spcAft>
              <a:buChar char="•"/>
              <a:defRPr sz="4922" b="0">
                <a:solidFill>
                  <a:schemeClr val="tx1"/>
                </a:solidFill>
                <a:latin typeface="+mn-lt"/>
                <a:ea typeface="+mn-lt"/>
                <a:cs typeface="+mn-lt"/>
              </a:defRPr>
            </a:lvl1pPr>
            <a:lvl2pPr marL="1250156" indent="-535781" algn="l">
              <a:lnSpc>
                <a:spcPct val="110000"/>
              </a:lnSpc>
              <a:spcBef>
                <a:spcPts val="0"/>
              </a:spcBef>
              <a:spcAft>
                <a:spcPts val="2813"/>
              </a:spcAft>
              <a:buChar char="•"/>
              <a:defRPr sz="4922" b="0">
                <a:solidFill>
                  <a:schemeClr val="tx1"/>
                </a:solidFill>
                <a:latin typeface="+mn-lt"/>
                <a:ea typeface="+mn-lt"/>
                <a:cs typeface="+mn-lt"/>
              </a:defRPr>
            </a:lvl2pPr>
            <a:lvl3pPr marL="1964531" indent="-535781" algn="l">
              <a:lnSpc>
                <a:spcPct val="110000"/>
              </a:lnSpc>
              <a:spcBef>
                <a:spcPts val="0"/>
              </a:spcBef>
              <a:spcAft>
                <a:spcPts val="2813"/>
              </a:spcAft>
              <a:buChar char="•"/>
              <a:defRPr sz="4922" b="0">
                <a:solidFill>
                  <a:schemeClr val="tx1"/>
                </a:solidFill>
                <a:latin typeface="+mn-lt"/>
                <a:ea typeface="+mn-lt"/>
                <a:cs typeface="+mn-lt"/>
              </a:defRPr>
            </a:lvl3pPr>
            <a:lvl4pPr marL="2678906" indent="-535781" algn="l">
              <a:lnSpc>
                <a:spcPct val="110000"/>
              </a:lnSpc>
              <a:spcBef>
                <a:spcPts val="0"/>
              </a:spcBef>
              <a:spcAft>
                <a:spcPts val="2813"/>
              </a:spcAft>
              <a:buChar char="•"/>
              <a:defRPr sz="4922" b="0">
                <a:solidFill>
                  <a:schemeClr val="tx1"/>
                </a:solidFill>
                <a:latin typeface="+mn-lt"/>
                <a:ea typeface="+mn-lt"/>
                <a:cs typeface="+mn-lt"/>
              </a:defRPr>
            </a:lvl4pPr>
            <a:lvl5pPr marL="3393281" indent="-535781" algn="l">
              <a:lnSpc>
                <a:spcPct val="110000"/>
              </a:lnSpc>
              <a:spcBef>
                <a:spcPts val="0"/>
              </a:spcBef>
              <a:spcAft>
                <a:spcPts val="2813"/>
              </a:spcAft>
              <a:buChar char="•"/>
              <a:defRPr sz="4922" b="0">
                <a:solidFill>
                  <a:schemeClr val="tx1"/>
                </a:solidFill>
                <a:latin typeface="+mn-lt"/>
                <a:ea typeface="+mn-lt"/>
                <a:cs typeface="+mn-lt"/>
              </a:defRPr>
            </a:lvl5pPr>
            <a:lvl6pPr marL="4107656" indent="-535781" algn="l">
              <a:lnSpc>
                <a:spcPct val="110000"/>
              </a:lnSpc>
              <a:spcBef>
                <a:spcPts val="0"/>
              </a:spcBef>
              <a:spcAft>
                <a:spcPts val="2813"/>
              </a:spcAft>
              <a:buChar char="•"/>
              <a:defRPr sz="4922" b="0">
                <a:solidFill>
                  <a:schemeClr val="tx1"/>
                </a:solidFill>
                <a:latin typeface="+mn-lt"/>
                <a:ea typeface="+mn-lt"/>
                <a:cs typeface="+mn-lt"/>
              </a:defRPr>
            </a:lvl6pPr>
            <a:lvl7pPr marL="4822031" indent="-535781" algn="l">
              <a:lnSpc>
                <a:spcPct val="110000"/>
              </a:lnSpc>
              <a:spcBef>
                <a:spcPts val="0"/>
              </a:spcBef>
              <a:spcAft>
                <a:spcPts val="2813"/>
              </a:spcAft>
              <a:buChar char="•"/>
              <a:defRPr sz="4922" b="0">
                <a:solidFill>
                  <a:schemeClr val="tx1"/>
                </a:solidFill>
                <a:latin typeface="+mn-lt"/>
                <a:ea typeface="+mn-lt"/>
                <a:cs typeface="+mn-lt"/>
              </a:defRPr>
            </a:lvl7pPr>
            <a:lvl8pPr marL="5536406" indent="-535781" algn="l">
              <a:lnSpc>
                <a:spcPct val="110000"/>
              </a:lnSpc>
              <a:spcBef>
                <a:spcPts val="0"/>
              </a:spcBef>
              <a:spcAft>
                <a:spcPts val="2813"/>
              </a:spcAft>
              <a:buChar char="•"/>
              <a:defRPr sz="4922" b="0">
                <a:solidFill>
                  <a:schemeClr val="tx1"/>
                </a:solidFill>
                <a:latin typeface="+mn-lt"/>
                <a:ea typeface="+mn-lt"/>
                <a:cs typeface="+mn-lt"/>
              </a:defRPr>
            </a:lvl8pPr>
            <a:lvl9pPr marL="6250781" indent="-535781" algn="l">
              <a:lnSpc>
                <a:spcPct val="110000"/>
              </a:lnSpc>
              <a:spcBef>
                <a:spcPts val="0"/>
              </a:spcBef>
              <a:spcAft>
                <a:spcPts val="2813"/>
              </a:spcAft>
              <a:buChar char="•"/>
              <a:defRPr sz="492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F8148C-7ACA-46D9-8FC9-03F40E4CBCA3}"/>
              </a:ext>
            </a:extLst>
          </p:cNvPr>
          <p:cNvSpPr>
            <a:spLocks xmlns:a="http://schemas.openxmlformats.org/drawingml/2006/main" noGrp="1"/>
          </p:cNvSpPr>
          <p:nvPr>
            <p:ph type="title" idx="0"/>
          </p:nvPr>
        </p:nvSpPr>
        <p:spPr>
          <a:xfrm xmlns:a="http://schemas.openxmlformats.org/drawingml/2006/main">
            <a:off x="1607344" y="2667000"/>
            <a:ext cx="25360313" cy="419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7734" b="1">
                <a:solidFill>
                  <a:schemeClr val="tx1"/>
                </a:solidFill>
                <a:latin typeface="+mj-lt"/>
                <a:ea typeface="+mj-lt"/>
                <a:cs typeface="+mj-lt"/>
              </a:defRPr>
            </a:defPPr>
            <a:lvl1pPr marL="0" indent="0" algn="l">
              <a:lnSpc>
                <a:spcPct val="110000"/>
              </a:lnSpc>
              <a:spcBef>
                <a:spcPts val="0"/>
              </a:spcBef>
              <a:spcAft>
                <a:spcPts val="0"/>
              </a:spcAft>
              <a:buNone/>
              <a:defRPr sz="7734" b="1">
                <a:solidFill>
                  <a:schemeClr val="tx1"/>
                </a:solidFill>
                <a:latin typeface="+mj-lt"/>
                <a:ea typeface="+mj-lt"/>
                <a:cs typeface="+mj-lt"/>
              </a:defRPr>
            </a:lvl1pPr>
            <a:lvl2pPr marL="0" indent="0" algn="l">
              <a:lnSpc>
                <a:spcPct val="110000"/>
              </a:lnSpc>
              <a:spcBef>
                <a:spcPts val="0"/>
              </a:spcBef>
              <a:spcAft>
                <a:spcPts val="0"/>
              </a:spcAft>
              <a:buNone/>
              <a:defRPr sz="7734" b="1">
                <a:solidFill>
                  <a:schemeClr val="tx1"/>
                </a:solidFill>
                <a:latin typeface="+mj-lt"/>
                <a:ea typeface="+mj-lt"/>
                <a:cs typeface="+mj-lt"/>
              </a:defRPr>
            </a:lvl2pPr>
            <a:lvl3pPr marL="0" indent="0" algn="l">
              <a:lnSpc>
                <a:spcPct val="110000"/>
              </a:lnSpc>
              <a:spcBef>
                <a:spcPts val="0"/>
              </a:spcBef>
              <a:spcAft>
                <a:spcPts val="0"/>
              </a:spcAft>
              <a:buNone/>
              <a:defRPr sz="7734" b="1">
                <a:solidFill>
                  <a:schemeClr val="tx1"/>
                </a:solidFill>
                <a:latin typeface="+mj-lt"/>
                <a:ea typeface="+mj-lt"/>
                <a:cs typeface="+mj-lt"/>
              </a:defRPr>
            </a:lvl3pPr>
            <a:lvl4pPr marL="0" indent="0" algn="l">
              <a:lnSpc>
                <a:spcPct val="110000"/>
              </a:lnSpc>
              <a:spcBef>
                <a:spcPts val="0"/>
              </a:spcBef>
              <a:spcAft>
                <a:spcPts val="0"/>
              </a:spcAft>
              <a:buNone/>
              <a:defRPr sz="7734" b="1">
                <a:solidFill>
                  <a:schemeClr val="tx1"/>
                </a:solidFill>
                <a:latin typeface="+mj-lt"/>
                <a:ea typeface="+mj-lt"/>
                <a:cs typeface="+mj-lt"/>
              </a:defRPr>
            </a:lvl4pPr>
            <a:lvl5pPr marL="0" indent="0" algn="l">
              <a:lnSpc>
                <a:spcPct val="110000"/>
              </a:lnSpc>
              <a:spcBef>
                <a:spcPts val="0"/>
              </a:spcBef>
              <a:spcAft>
                <a:spcPts val="0"/>
              </a:spcAft>
              <a:buNone/>
              <a:defRPr sz="7734" b="1">
                <a:solidFill>
                  <a:schemeClr val="tx1"/>
                </a:solidFill>
                <a:latin typeface="+mj-lt"/>
                <a:ea typeface="+mj-lt"/>
                <a:cs typeface="+mj-lt"/>
              </a:defRPr>
            </a:lvl5pPr>
            <a:lvl6pPr marL="0" indent="0" algn="l">
              <a:lnSpc>
                <a:spcPct val="110000"/>
              </a:lnSpc>
              <a:spcBef>
                <a:spcPts val="0"/>
              </a:spcBef>
              <a:spcAft>
                <a:spcPts val="0"/>
              </a:spcAft>
              <a:buNone/>
              <a:defRPr sz="7734" b="1">
                <a:solidFill>
                  <a:schemeClr val="tx1"/>
                </a:solidFill>
                <a:latin typeface="+mj-lt"/>
                <a:ea typeface="+mj-lt"/>
                <a:cs typeface="+mj-lt"/>
              </a:defRPr>
            </a:lvl6pPr>
            <a:lvl7pPr marL="0" indent="0" algn="l">
              <a:lnSpc>
                <a:spcPct val="110000"/>
              </a:lnSpc>
              <a:spcBef>
                <a:spcPts val="0"/>
              </a:spcBef>
              <a:spcAft>
                <a:spcPts val="0"/>
              </a:spcAft>
              <a:buNone/>
              <a:defRPr sz="7734" b="1">
                <a:solidFill>
                  <a:schemeClr val="tx1"/>
                </a:solidFill>
                <a:latin typeface="+mj-lt"/>
                <a:ea typeface="+mj-lt"/>
                <a:cs typeface="+mj-lt"/>
              </a:defRPr>
            </a:lvl7pPr>
            <a:lvl8pPr marL="0" indent="0" algn="l">
              <a:lnSpc>
                <a:spcPct val="110000"/>
              </a:lnSpc>
              <a:spcBef>
                <a:spcPts val="0"/>
              </a:spcBef>
              <a:spcAft>
                <a:spcPts val="0"/>
              </a:spcAft>
              <a:buNone/>
              <a:defRPr sz="7734" b="1">
                <a:solidFill>
                  <a:schemeClr val="tx1"/>
                </a:solidFill>
                <a:latin typeface="+mj-lt"/>
                <a:ea typeface="+mj-lt"/>
                <a:cs typeface="+mj-lt"/>
              </a:defRPr>
            </a:lvl8pPr>
            <a:lvl9pPr marL="0" indent="0" algn="l">
              <a:lnSpc>
                <a:spcPct val="110000"/>
              </a:lnSpc>
              <a:spcBef>
                <a:spcPts val="0"/>
              </a:spcBef>
              <a:spcAft>
                <a:spcPts val="0"/>
              </a:spcAft>
              <a:buNone/>
              <a:defRPr sz="773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FFD776-08B7-48B0-820F-1825CC822DBF}"/>
              </a:ext>
            </a:extLst>
          </p:cNvPr>
          <p:cNvSpPr>
            <a:spLocks xmlns:a="http://schemas.openxmlformats.org/drawingml/2006/main" noGrp="1"/>
          </p:cNvSpPr>
          <p:nvPr>
            <p:ph type="body" idx="1"/>
          </p:nvPr>
        </p:nvSpPr>
        <p:spPr>
          <a:xfrm xmlns:a="http://schemas.openxmlformats.org/drawingml/2006/main">
            <a:off x="1607344" y="9525000"/>
            <a:ext cx="11787188" cy="2133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73" b="0">
                <a:solidFill>
                  <a:schemeClr val="tx1"/>
                </a:solidFill>
                <a:latin typeface="+mn-lt"/>
                <a:ea typeface="+mn-lt"/>
                <a:cs typeface="+mn-lt"/>
              </a:defRPr>
            </a:defPPr>
            <a:lvl1pPr marL="535781" indent="-535781" algn="l">
              <a:lnSpc>
                <a:spcPct val="110000"/>
              </a:lnSpc>
              <a:spcBef>
                <a:spcPts val="0"/>
              </a:spcBef>
              <a:spcAft>
                <a:spcPts val="2813"/>
              </a:spcAft>
              <a:buChar char="•"/>
              <a:defRPr sz="5273" b="0">
                <a:solidFill>
                  <a:schemeClr val="tx1"/>
                </a:solidFill>
                <a:latin typeface="+mn-lt"/>
                <a:ea typeface="+mn-lt"/>
                <a:cs typeface="+mn-lt"/>
              </a:defRPr>
            </a:lvl1pPr>
            <a:lvl2pPr marL="1250156" indent="-535781" algn="l">
              <a:lnSpc>
                <a:spcPct val="110000"/>
              </a:lnSpc>
              <a:spcBef>
                <a:spcPts val="0"/>
              </a:spcBef>
              <a:spcAft>
                <a:spcPts val="2813"/>
              </a:spcAft>
              <a:buChar char="•"/>
              <a:defRPr sz="5273" b="0">
                <a:solidFill>
                  <a:schemeClr val="tx1"/>
                </a:solidFill>
                <a:latin typeface="+mn-lt"/>
                <a:ea typeface="+mn-lt"/>
                <a:cs typeface="+mn-lt"/>
              </a:defRPr>
            </a:lvl2pPr>
            <a:lvl3pPr marL="1964531" indent="-535781" algn="l">
              <a:lnSpc>
                <a:spcPct val="110000"/>
              </a:lnSpc>
              <a:spcBef>
                <a:spcPts val="0"/>
              </a:spcBef>
              <a:spcAft>
                <a:spcPts val="2813"/>
              </a:spcAft>
              <a:buChar char="•"/>
              <a:defRPr sz="5273" b="0">
                <a:solidFill>
                  <a:schemeClr val="tx1"/>
                </a:solidFill>
                <a:latin typeface="+mn-lt"/>
                <a:ea typeface="+mn-lt"/>
                <a:cs typeface="+mn-lt"/>
              </a:defRPr>
            </a:lvl3pPr>
            <a:lvl4pPr marL="2678906" indent="-535781" algn="l">
              <a:lnSpc>
                <a:spcPct val="110000"/>
              </a:lnSpc>
              <a:spcBef>
                <a:spcPts val="0"/>
              </a:spcBef>
              <a:spcAft>
                <a:spcPts val="2813"/>
              </a:spcAft>
              <a:buChar char="•"/>
              <a:defRPr sz="5273" b="0">
                <a:solidFill>
                  <a:schemeClr val="tx1"/>
                </a:solidFill>
                <a:latin typeface="+mn-lt"/>
                <a:ea typeface="+mn-lt"/>
                <a:cs typeface="+mn-lt"/>
              </a:defRPr>
            </a:lvl4pPr>
            <a:lvl5pPr marL="3393281" indent="-535781" algn="l">
              <a:lnSpc>
                <a:spcPct val="110000"/>
              </a:lnSpc>
              <a:spcBef>
                <a:spcPts val="0"/>
              </a:spcBef>
              <a:spcAft>
                <a:spcPts val="2813"/>
              </a:spcAft>
              <a:buChar char="•"/>
              <a:defRPr sz="5273" b="0">
                <a:solidFill>
                  <a:schemeClr val="tx1"/>
                </a:solidFill>
                <a:latin typeface="+mn-lt"/>
                <a:ea typeface="+mn-lt"/>
                <a:cs typeface="+mn-lt"/>
              </a:defRPr>
            </a:lvl5pPr>
            <a:lvl6pPr marL="4107656" indent="-535781" algn="l">
              <a:lnSpc>
                <a:spcPct val="110000"/>
              </a:lnSpc>
              <a:spcBef>
                <a:spcPts val="0"/>
              </a:spcBef>
              <a:spcAft>
                <a:spcPts val="2813"/>
              </a:spcAft>
              <a:buChar char="•"/>
              <a:defRPr sz="5273" b="0">
                <a:solidFill>
                  <a:schemeClr val="tx1"/>
                </a:solidFill>
                <a:latin typeface="+mn-lt"/>
                <a:ea typeface="+mn-lt"/>
                <a:cs typeface="+mn-lt"/>
              </a:defRPr>
            </a:lvl6pPr>
            <a:lvl7pPr marL="4822031" indent="-535781" algn="l">
              <a:lnSpc>
                <a:spcPct val="110000"/>
              </a:lnSpc>
              <a:spcBef>
                <a:spcPts val="0"/>
              </a:spcBef>
              <a:spcAft>
                <a:spcPts val="2813"/>
              </a:spcAft>
              <a:buChar char="•"/>
              <a:defRPr sz="5273" b="0">
                <a:solidFill>
                  <a:schemeClr val="tx1"/>
                </a:solidFill>
                <a:latin typeface="+mn-lt"/>
                <a:ea typeface="+mn-lt"/>
                <a:cs typeface="+mn-lt"/>
              </a:defRPr>
            </a:lvl7pPr>
            <a:lvl8pPr marL="5536406" indent="-535781" algn="l">
              <a:lnSpc>
                <a:spcPct val="110000"/>
              </a:lnSpc>
              <a:spcBef>
                <a:spcPts val="0"/>
              </a:spcBef>
              <a:spcAft>
                <a:spcPts val="2813"/>
              </a:spcAft>
              <a:buChar char="•"/>
              <a:defRPr sz="5273" b="0">
                <a:solidFill>
                  <a:schemeClr val="tx1"/>
                </a:solidFill>
                <a:latin typeface="+mn-lt"/>
                <a:ea typeface="+mn-lt"/>
                <a:cs typeface="+mn-lt"/>
              </a:defRPr>
            </a:lvl8pPr>
            <a:lvl9pPr marL="6250781" indent="-535781" algn="l">
              <a:lnSpc>
                <a:spcPct val="110000"/>
              </a:lnSpc>
              <a:spcBef>
                <a:spcPts val="0"/>
              </a:spcBef>
              <a:spcAft>
                <a:spcPts val="2813"/>
              </a:spcAft>
              <a:buChar char="•"/>
              <a:defRPr sz="527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aee78a2c424303" /><Relationship Type="http://schemas.openxmlformats.org/officeDocument/2006/relationships/slideLayout" Target="/ppt/slideLayouts/slideLayout1.xml" Id="Rd5565ef8b08f49cd" /><Relationship Type="http://schemas.openxmlformats.org/officeDocument/2006/relationships/slideLayout" Target="/ppt/slideLayouts/slideLayout2.xml" Id="Rbb7c56c41d0c48b5" /><Relationship Type="http://schemas.openxmlformats.org/officeDocument/2006/relationships/slideLayout" Target="/ppt/slideLayouts/slideLayout3.xml" Id="R98c810608d094883" /><Relationship Type="http://schemas.openxmlformats.org/officeDocument/2006/relationships/slideLayout" Target="/ppt/slideLayouts/slideLayout4.xml" Id="R4478c1618cd94a2d" /><Relationship Type="http://schemas.openxmlformats.org/officeDocument/2006/relationships/slideLayout" Target="/ppt/slideLayouts/slideLayout5.xml" Id="R846a95f4e43a44c9" /><Relationship Type="http://schemas.openxmlformats.org/officeDocument/2006/relationships/slideLayout" Target="/ppt/slideLayouts/slideLayout6.xml" Id="R89273b107a0344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565ef8b08f49cd"/>
    <p:sldLayoutId xmlns:r="http://schemas.openxmlformats.org/officeDocument/2006/relationships" id="2147483650" r:id="Rbb7c56c41d0c48b5"/>
    <p:sldLayoutId xmlns:r="http://schemas.openxmlformats.org/officeDocument/2006/relationships" id="2147483651" r:id="R98c810608d094883"/>
    <p:sldLayoutId xmlns:r="http://schemas.openxmlformats.org/officeDocument/2006/relationships" id="2147483652" r:id="R4478c1618cd94a2d"/>
    <p:sldLayoutId xmlns:r="http://schemas.openxmlformats.org/officeDocument/2006/relationships" id="2147483653" r:id="R846a95f4e43a44c9"/>
    <p:sldLayoutId xmlns:r="http://schemas.openxmlformats.org/officeDocument/2006/relationships" id="2147483654" r:id="R89273b107a0344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4f2bf67bf2452a" /><Relationship Type="http://schemas.openxmlformats.org/officeDocument/2006/relationships/image" Target="/ppt/media/image.jpeg" Id="R42db9d54a5e44676" /><Relationship Type="http://schemas.openxmlformats.org/officeDocument/2006/relationships/image" Target="/ppt/media/image2.jpeg" Id="Rf6c108634ee74036" /><Relationship Type="http://schemas.openxmlformats.org/officeDocument/2006/relationships/hyperlink" Target="https://store.steampowered.com/app/329130/Reassembly/" TargetMode="External" Id="R8d102e33568f4112" /><Relationship Type="http://schemas.openxmlformats.org/officeDocument/2006/relationships/hyperlink" Target="https://store.steampowered.com/app/301520/Robocraft/" TargetMode="External" Id="R2755fc0395be4200" /><Relationship Type="http://schemas.openxmlformats.org/officeDocument/2006/relationships/hyperlink" Target="https://makerfaire.com/community/mission/" TargetMode="External" Id="R8b540ddad7be4744" /><Relationship Type="http://schemas.openxmlformats.org/officeDocument/2006/relationships/hyperlink" Target="https://www.cmu.edu/ehs/Workplace-Construction/documents/ehs-student-makerspace-safety-program.pdf" TargetMode="External" Id="R9d4b4d9e0a9e4eca" /><Relationship Type="http://schemas.openxmlformats.org/officeDocument/2006/relationships/image" Target="/ppt/media/image3.jpeg" Id="R82bcdecd5bda4409" /><Relationship Type="http://schemas.openxmlformats.org/officeDocument/2006/relationships/hyperlink" Target="https://store.steampowered.com/app/329130/Reassembly/" TargetMode="External" Id="R83f0a8a961794847" /><Relationship Type="http://schemas.openxmlformats.org/officeDocument/2006/relationships/image" Target="/ppt/media/image4.jpeg" Id="Rd8e98e9d7074410f" /><Relationship Type="http://schemas.openxmlformats.org/officeDocument/2006/relationships/image" Target="/ppt/media/image5.jpeg" Id="R1215f26a3f9940c8" /><Relationship Type="http://schemas.openxmlformats.org/officeDocument/2006/relationships/hyperlink" Target="https://store.steampowered.com/app/301520/Robocraft/" TargetMode="External" Id="R9fea5cc35534464e" /><Relationship Type="http://schemas.openxmlformats.org/officeDocument/2006/relationships/hyperlink" Target="https://www.minecraft.net/en-us/article/safe-haven-on-a-dark-night" TargetMode="External" Id="R041420601bd44038" /><Relationship Type="http://schemas.openxmlformats.org/officeDocument/2006/relationships/image" Target="/ppt/media/image6.jpeg" Id="R24fde6e87345418f" /><Relationship Type="http://schemas.openxmlformats.org/officeDocument/2006/relationships/hyperlink" Target="https://store.steampowered.com/app/799600/" TargetMode="External" Id="Raf133967000448f2" /><Relationship Type="http://schemas.openxmlformats.org/officeDocument/2006/relationships/image" Target="/ppt/media/image7.jpeg" Id="Rc5d32901d88d4e66" /><Relationship Type="http://schemas.openxmlformats.org/officeDocument/2006/relationships/image" Target="/ppt/media/image8.jpeg" Id="Reb0c1085d8314e65" /><Relationship Type="http://schemas.openxmlformats.org/officeDocument/2006/relationships/hyperlink" Target="https://store.steampowered.com/app/383840/" TargetMode="External" Id="R091081299c3644d3" /><Relationship Type="http://schemas.openxmlformats.org/officeDocument/2006/relationships/hyperlink" Target="https://store.steampowered.com/app/342560/" TargetMode="External" Id="Re50dfc7efa4b41b3" /><Relationship Type="http://schemas.openxmlformats.org/officeDocument/2006/relationships/hyperlink" Target="https://www.minecraft.net/en-us/article/safe-haven-on-a-dark-night" TargetMode="External" Id="R63a1e6c88b8f4408" /><Relationship Type="http://schemas.openxmlformats.org/officeDocument/2006/relationships/notesSlide" Target="/ppt/notesSlides/notesSlide1.xml" Id="Re459d284bded4afe" /></Relationships>
</file>

<file path=ppt/slides/slide1.xml><?xml version="1.0" encoding="utf-8"?>
<p:sld xmlns:p="http://schemas.openxmlformats.org/presentationml/2006/main">
  <p:cSld>
    <p:bg>
      <p:bgPr>
        <a:solidFill xmlns:a="http://schemas.openxmlformats.org/drawingml/2006/main">
          <a:srgbClr val="FAF9F5"/>
        </a:solidFill>
      </p:bgPr>
    </p:bg>
    <p:spTree>
      <p:nvGrpSpPr>
        <p:cNvPr id="1" name=""/>
        <p:cNvGrpSpPr/>
        <p:nvPr/>
      </p:nvGrpSpPr>
      <p:grpSpPr>
        <a:xfrm xmlns:a="http://schemas.openxmlformats.org/drawingml/2006/main"/>
      </p:grpSpPr>
      <p:sp>
        <p:nvSpPr>
          <p:cNvPr id="79" name="">
            <a:extLst xmlns:a="http://schemas.openxmlformats.org/drawingml/2006/main">
              <a:ext uri="{FF2B5EF4-FFF2-40B4-BE49-F238E27FC236}">
                <a16:creationId xmlns:a16="http://schemas.microsoft.com/office/drawing/2014/main" id="{27FF45C2-06E9-4661-80E2-C0705731A3D5}"/>
              </a:ext>
            </a:extLst>
          </p:cNvPr>
          <p:cNvSpPr>
            <a:spLocks xmlns:a="http://schemas.openxmlformats.org/drawingml/2006/main" noGrp="1"/>
          </p:cNvSpPr>
          <p:nvPr/>
        </p:nvSpPr>
        <p:spPr>
          <a:xfrm xmlns:a="http://schemas.openxmlformats.org/drawingml/2006/main">
            <a:off x="666750" y="466725"/>
            <a:ext cx="26670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CB4A4F"/>
                </a:solidFill>
                <a:latin typeface="Arial"/>
                <a:ea typeface="Arial"/>
                <a:cs typeface="Arial"/>
              </a:defRPr>
            </a:defPPr>
            <a:lvl1pPr algn="l">
              <a:defRPr sz="4650" b="1">
                <a:solidFill>
                  <a:srgbClr val="CB4A4F"/>
                </a:solidFill>
                <a:latin typeface="Arial"/>
                <a:ea typeface="Arial"/>
                <a:cs typeface="Arial"/>
              </a:defRPr>
            </a:lvl1pPr>
            <a:lvl2pPr algn="l">
              <a:defRPr sz="4650" b="1">
                <a:solidFill>
                  <a:srgbClr val="CB4A4F"/>
                </a:solidFill>
                <a:latin typeface="Arial"/>
                <a:ea typeface="Arial"/>
                <a:cs typeface="Arial"/>
              </a:defRPr>
            </a:lvl2pPr>
            <a:lvl3pPr algn="l">
              <a:defRPr sz="4650" b="1">
                <a:solidFill>
                  <a:srgbClr val="CB4A4F"/>
                </a:solidFill>
                <a:latin typeface="Arial"/>
                <a:ea typeface="Arial"/>
                <a:cs typeface="Arial"/>
              </a:defRPr>
            </a:lvl3pPr>
            <a:lvl4pPr algn="l">
              <a:defRPr sz="4650" b="1">
                <a:solidFill>
                  <a:srgbClr val="CB4A4F"/>
                </a:solidFill>
                <a:latin typeface="Arial"/>
                <a:ea typeface="Arial"/>
                <a:cs typeface="Arial"/>
              </a:defRPr>
            </a:lvl4pPr>
            <a:lvl5pPr algn="l">
              <a:defRPr sz="4650" b="1">
                <a:solidFill>
                  <a:srgbClr val="CB4A4F"/>
                </a:solidFill>
                <a:latin typeface="Arial"/>
                <a:ea typeface="Arial"/>
                <a:cs typeface="Arial"/>
              </a:defRPr>
            </a:lvl5pPr>
            <a:lvl6pPr algn="l">
              <a:defRPr sz="4650" b="1">
                <a:solidFill>
                  <a:srgbClr val="CB4A4F"/>
                </a:solidFill>
                <a:latin typeface="Arial"/>
                <a:ea typeface="Arial"/>
                <a:cs typeface="Arial"/>
              </a:defRPr>
            </a:lvl6pPr>
            <a:lvl7pPr algn="l">
              <a:defRPr sz="4650" b="1">
                <a:solidFill>
                  <a:srgbClr val="CB4A4F"/>
                </a:solidFill>
                <a:latin typeface="Arial"/>
                <a:ea typeface="Arial"/>
                <a:cs typeface="Arial"/>
              </a:defRPr>
            </a:lvl7pPr>
            <a:lvl8pPr algn="l">
              <a:defRPr sz="4650" b="1">
                <a:solidFill>
                  <a:srgbClr val="CB4A4F"/>
                </a:solidFill>
                <a:latin typeface="Arial"/>
                <a:ea typeface="Arial"/>
                <a:cs typeface="Arial"/>
              </a:defRPr>
            </a:lvl8pPr>
            <a:lvl9pPr algn="l">
              <a:defRPr sz="4650" b="1">
                <a:solidFill>
                  <a:srgbClr val="CB4A4F"/>
                </a:solidFill>
                <a:latin typeface="Arial"/>
                <a:ea typeface="Arial"/>
                <a:cs typeface="Arial"/>
              </a:defRPr>
            </a:lvl9pPr>
          </a:lstStyle>
          <a:p xmlns:a="http://schemas.openxmlformats.org/drawingml/2006/main">
            <a:pPr algn="l">
              <a:defRPr sz="4650" b="1">
                <a:solidFill>
                  <a:srgbClr val="CB4A4F"/>
                </a:solidFill>
                <a:latin typeface="Arial"/>
                <a:ea typeface="Arial"/>
                <a:cs typeface="Arial"/>
              </a:defRPr>
            </a:pPr>
            <a:r>
              <a:rPr sz="4650" b="1">
                <a:solidFill>
                  <a:srgbClr val="CB4A4F"/>
                </a:solidFill>
                <a:latin typeface="Arial"/>
                <a:ea typeface="Arial"/>
                <a:cs typeface="Arial"/>
              </a:rPr>
              <a:t>Starframe — Cultural Style: DIY Maker Culture</a:t>
            </a:r>
          </a:p>
        </p:txBody>
      </p:sp>
      <p:sp>
        <p:nvSpPr>
          <p:cNvPr id="2" name="">
            <a:extLst xmlns:a="http://schemas.openxmlformats.org/drawingml/2006/main">
              <a:ext uri="{FF2B5EF4-FFF2-40B4-BE49-F238E27FC236}">
                <a16:creationId xmlns:a16="http://schemas.microsoft.com/office/drawing/2014/main" id="{01198B50-EAE1-40B9-B20E-335D0618A5E9}"/>
              </a:ext>
            </a:extLst>
          </p:cNvPr>
          <p:cNvSpPr>
            <a:spLocks xmlns:a="http://schemas.openxmlformats.org/drawingml/2006/main" noGrp="1"/>
          </p:cNvSpPr>
          <p:nvPr/>
        </p:nvSpPr>
        <p:spPr>
          <a:xfrm xmlns:a="http://schemas.openxmlformats.org/drawingml/2006/main">
            <a:off x="695325" y="1333500"/>
            <a:ext cx="2667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657177"/>
                </a:solidFill>
                <a:latin typeface="Arial"/>
                <a:ea typeface="Arial"/>
                <a:cs typeface="Arial"/>
              </a:defRPr>
            </a:defPPr>
            <a:lvl1pPr algn="l">
              <a:defRPr sz="2175" b="0">
                <a:solidFill>
                  <a:srgbClr val="657177"/>
                </a:solidFill>
                <a:latin typeface="Arial"/>
                <a:ea typeface="Arial"/>
                <a:cs typeface="Arial"/>
              </a:defRPr>
            </a:lvl1pPr>
            <a:lvl2pPr algn="l">
              <a:defRPr sz="2175" b="0">
                <a:solidFill>
                  <a:srgbClr val="657177"/>
                </a:solidFill>
                <a:latin typeface="Arial"/>
                <a:ea typeface="Arial"/>
                <a:cs typeface="Arial"/>
              </a:defRPr>
            </a:lvl2pPr>
            <a:lvl3pPr algn="l">
              <a:defRPr sz="2175" b="0">
                <a:solidFill>
                  <a:srgbClr val="657177"/>
                </a:solidFill>
                <a:latin typeface="Arial"/>
                <a:ea typeface="Arial"/>
                <a:cs typeface="Arial"/>
              </a:defRPr>
            </a:lvl3pPr>
            <a:lvl4pPr algn="l">
              <a:defRPr sz="2175" b="0">
                <a:solidFill>
                  <a:srgbClr val="657177"/>
                </a:solidFill>
                <a:latin typeface="Arial"/>
                <a:ea typeface="Arial"/>
                <a:cs typeface="Arial"/>
              </a:defRPr>
            </a:lvl4pPr>
            <a:lvl5pPr algn="l">
              <a:defRPr sz="2175" b="0">
                <a:solidFill>
                  <a:srgbClr val="657177"/>
                </a:solidFill>
                <a:latin typeface="Arial"/>
                <a:ea typeface="Arial"/>
                <a:cs typeface="Arial"/>
              </a:defRPr>
            </a:lvl5pPr>
            <a:lvl6pPr algn="l">
              <a:defRPr sz="2175" b="0">
                <a:solidFill>
                  <a:srgbClr val="657177"/>
                </a:solidFill>
                <a:latin typeface="Arial"/>
                <a:ea typeface="Arial"/>
                <a:cs typeface="Arial"/>
              </a:defRPr>
            </a:lvl6pPr>
            <a:lvl7pPr algn="l">
              <a:defRPr sz="2175" b="0">
                <a:solidFill>
                  <a:srgbClr val="657177"/>
                </a:solidFill>
                <a:latin typeface="Arial"/>
                <a:ea typeface="Arial"/>
                <a:cs typeface="Arial"/>
              </a:defRPr>
            </a:lvl7pPr>
            <a:lvl8pPr algn="l">
              <a:defRPr sz="2175" b="0">
                <a:solidFill>
                  <a:srgbClr val="657177"/>
                </a:solidFill>
                <a:latin typeface="Arial"/>
                <a:ea typeface="Arial"/>
                <a:cs typeface="Arial"/>
              </a:defRPr>
            </a:lvl8pPr>
            <a:lvl9pPr algn="l">
              <a:defRPr sz="2175" b="0">
                <a:solidFill>
                  <a:srgbClr val="657177"/>
                </a:solidFill>
                <a:latin typeface="Arial"/>
                <a:ea typeface="Arial"/>
                <a:cs typeface="Arial"/>
              </a:defRPr>
            </a:lvl9pPr>
          </a:lstStyle>
          <a:p xmlns:a="http://schemas.openxmlformats.org/drawingml/2006/main">
            <a:pPr algn="l">
              <a:defRPr sz="2175" b="0">
                <a:solidFill>
                  <a:srgbClr val="657177"/>
                </a:solidFill>
                <a:latin typeface="Arial"/>
                <a:ea typeface="Arial"/>
                <a:cs typeface="Arial"/>
              </a:defRPr>
            </a:pPr>
            <a:r>
              <a:rPr sz="2175" b="0">
                <a:solidFill>
                  <a:srgbClr val="657177"/>
                </a:solidFill>
                <a:latin typeface="Arial"/>
                <a:ea typeface="Arial"/>
                <a:cs typeface="Arial"/>
              </a:rPr>
              <a:t>Cultural style board / modular construction, practical learning and the pleasure of making</a:t>
            </a:r>
          </a:p>
        </p:txBody>
      </p:sp>
      <p:sp>
        <p:nvSpPr>
          <p:cNvPr id="3" name="">
            <a:extLst xmlns:a="http://schemas.openxmlformats.org/drawingml/2006/main">
              <a:ext uri="{FF2B5EF4-FFF2-40B4-BE49-F238E27FC236}">
                <a16:creationId xmlns:a16="http://schemas.microsoft.com/office/drawing/2014/main" id="{2B694FC7-0CC2-4282-9940-D6E7FBE7FB62}"/>
              </a:ext>
            </a:extLst>
          </p:cNvPr>
          <p:cNvSpPr>
            <a:spLocks xmlns:a="http://schemas.openxmlformats.org/drawingml/2006/main" noGrp="1"/>
          </p:cNvSpPr>
          <p:nvPr/>
        </p:nvSpPr>
        <p:spPr>
          <a:xfrm xmlns:a="http://schemas.openxmlformats.org/drawingml/2006/main">
            <a:off x="666750" y="2085975"/>
            <a:ext cx="27241500" cy="3457575"/>
          </a:xfrm>
          <a:prstGeom xmlns:a="http://schemas.openxmlformats.org/drawingml/2006/main" prst="rect">
            <a:avLst/>
          </a:prstGeom>
          <a:solidFill xmlns:a="http://schemas.openxmlformats.org/drawingml/2006/main">
            <a:srgbClr val="FFFFFF"/>
          </a:solidFill>
          <a:ln xmlns:a="http://schemas.openxmlformats.org/drawingml/2006/main" w="12383">
            <a:solidFill>
              <a:srgbClr val="C5C5C1"/>
            </a:solidFill>
            <a:prstDash val="solid"/>
          </a:ln>
        </p:spPr>
      </p:sp>
      <p:sp>
        <p:nvSpPr>
          <p:cNvPr id="4" name="">
            <a:extLst xmlns:a="http://schemas.openxmlformats.org/drawingml/2006/main">
              <a:ext uri="{FF2B5EF4-FFF2-40B4-BE49-F238E27FC236}">
                <a16:creationId xmlns:a16="http://schemas.microsoft.com/office/drawing/2014/main" id="{1629B440-835B-40F5-9282-93908E7D4656}"/>
              </a:ext>
            </a:extLst>
          </p:cNvPr>
          <p:cNvSpPr>
            <a:spLocks xmlns:a="http://schemas.openxmlformats.org/drawingml/2006/main" noGrp="1"/>
          </p:cNvSpPr>
          <p:nvPr/>
        </p:nvSpPr>
        <p:spPr>
          <a:xfrm xmlns:a="http://schemas.openxmlformats.org/drawingml/2006/main">
            <a:off x="952500" y="2362200"/>
            <a:ext cx="2647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01  WHAT I NOTICED</a:t>
            </a:r>
          </a:p>
        </p:txBody>
      </p:sp>
      <p:sp>
        <p:nvSpPr>
          <p:cNvPr id="5" name="">
            <a:extLst xmlns:a="http://schemas.openxmlformats.org/drawingml/2006/main">
              <a:ext uri="{FF2B5EF4-FFF2-40B4-BE49-F238E27FC236}">
                <a16:creationId xmlns:a16="http://schemas.microsoft.com/office/drawing/2014/main" id="{4D5830D4-962B-443C-AE75-859ECB4CF824}"/>
              </a:ext>
            </a:extLst>
          </p:cNvPr>
          <p:cNvSpPr>
            <a:spLocks xmlns:a="http://schemas.openxmlformats.org/drawingml/2006/main" noGrp="1"/>
          </p:cNvSpPr>
          <p:nvPr/>
        </p:nvSpPr>
        <p:spPr>
          <a:xfrm xmlns:a="http://schemas.openxmlformats.org/drawingml/2006/main">
            <a:off x="952500" y="2800350"/>
            <a:ext cx="2647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I miss the freedom to build that I experienced in Robocraft and Minecraft, and I want to bring that creative excitement into my own game.</a:t>
            </a:r>
          </a:p>
        </p:txBody>
      </p:sp>
      <p:sp>
        <p:nvSpPr>
          <p:cNvPr id="6" name="">
            <a:extLst xmlns:a="http://schemas.openxmlformats.org/drawingml/2006/main">
              <a:ext uri="{FF2B5EF4-FFF2-40B4-BE49-F238E27FC236}">
                <a16:creationId xmlns:a16="http://schemas.microsoft.com/office/drawing/2014/main" id="{A15AD551-AD19-437A-BF8F-C076D35BE623}"/>
              </a:ext>
            </a:extLst>
          </p:cNvPr>
          <p:cNvSpPr>
            <a:spLocks xmlns:a="http://schemas.openxmlformats.org/drawingml/2006/main" noGrp="1"/>
          </p:cNvSpPr>
          <p:nvPr/>
        </p:nvSpPr>
        <p:spPr>
          <a:xfrm xmlns:a="http://schemas.openxmlformats.org/drawingml/2006/main">
            <a:off x="952500" y="3476625"/>
            <a:ext cx="2647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02  CLAIM</a:t>
            </a:r>
          </a:p>
        </p:txBody>
      </p:sp>
      <p:sp>
        <p:nvSpPr>
          <p:cNvPr id="7" name="">
            <a:extLst xmlns:a="http://schemas.openxmlformats.org/drawingml/2006/main">
              <a:ext uri="{FF2B5EF4-FFF2-40B4-BE49-F238E27FC236}">
                <a16:creationId xmlns:a16="http://schemas.microsoft.com/office/drawing/2014/main" id="{A92DB50F-8045-4DB9-B530-EE3F3EFE15FC}"/>
              </a:ext>
            </a:extLst>
          </p:cNvPr>
          <p:cNvSpPr>
            <a:spLocks xmlns:a="http://schemas.openxmlformats.org/drawingml/2006/main" noGrp="1"/>
          </p:cNvSpPr>
          <p:nvPr/>
        </p:nvSpPr>
        <p:spPr>
          <a:xfrm xmlns:a="http://schemas.openxmlformats.org/drawingml/2006/main">
            <a:off x="952500" y="3914775"/>
            <a:ext cx="2647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DIY culture gives players ownership and understanding through making, testing and improving their own spacecraft.</a:t>
            </a:r>
          </a:p>
        </p:txBody>
      </p:sp>
      <p:sp>
        <p:nvSpPr>
          <p:cNvPr id="8" name="">
            <a:extLst xmlns:a="http://schemas.openxmlformats.org/drawingml/2006/main">
              <a:ext uri="{FF2B5EF4-FFF2-40B4-BE49-F238E27FC236}">
                <a16:creationId xmlns:a16="http://schemas.microsoft.com/office/drawing/2014/main" id="{D865D904-06E1-49FB-9B85-1A72D2C05A8C}"/>
              </a:ext>
            </a:extLst>
          </p:cNvPr>
          <p:cNvSpPr>
            <a:spLocks xmlns:a="http://schemas.openxmlformats.org/drawingml/2006/main" noGrp="1"/>
          </p:cNvSpPr>
          <p:nvPr/>
        </p:nvSpPr>
        <p:spPr>
          <a:xfrm xmlns:a="http://schemas.openxmlformats.org/drawingml/2006/main">
            <a:off x="952500" y="4514850"/>
            <a:ext cx="2647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03  PLAYER ACTIONS</a:t>
            </a:r>
          </a:p>
        </p:txBody>
      </p:sp>
      <p:sp>
        <p:nvSpPr>
          <p:cNvPr id="9" name="">
            <a:extLst xmlns:a="http://schemas.openxmlformats.org/drawingml/2006/main">
              <a:ext uri="{FF2B5EF4-FFF2-40B4-BE49-F238E27FC236}">
                <a16:creationId xmlns:a16="http://schemas.microsoft.com/office/drawing/2014/main" id="{3702EFDC-A0B6-4FF1-88D1-C9A1B10E96F3}"/>
              </a:ext>
            </a:extLst>
          </p:cNvPr>
          <p:cNvSpPr>
            <a:spLocks xmlns:a="http://schemas.openxmlformats.org/drawingml/2006/main" noGrp="1"/>
          </p:cNvSpPr>
          <p:nvPr/>
        </p:nvSpPr>
        <p:spPr>
          <a:xfrm xmlns:a="http://schemas.openxmlformats.org/drawingml/2006/main">
            <a:off x="952500" y="4953000"/>
            <a:ext cx="26479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Assemble a ship; configure thrust; compare performance; diagnose failures; revise and save blueprints.</a:t>
            </a:r>
          </a:p>
        </p:txBody>
      </p:sp>
      <p:sp>
        <p:nvSpPr>
          <p:cNvPr id="10" name="">
            <a:extLst xmlns:a="http://schemas.openxmlformats.org/drawingml/2006/main">
              <a:ext uri="{FF2B5EF4-FFF2-40B4-BE49-F238E27FC236}">
                <a16:creationId xmlns:a16="http://schemas.microsoft.com/office/drawing/2014/main" id="{3E8B2750-5F5F-4F3E-9FB5-6D43BFC140C8}"/>
              </a:ext>
            </a:extLst>
          </p:cNvPr>
          <p:cNvSpPr>
            <a:spLocks xmlns:a="http://schemas.openxmlformats.org/drawingml/2006/main" noGrp="1"/>
          </p:cNvSpPr>
          <p:nvPr/>
        </p:nvSpPr>
        <p:spPr>
          <a:xfrm xmlns:a="http://schemas.openxmlformats.org/drawingml/2006/main">
            <a:off x="666750" y="6000750"/>
            <a:ext cx="17526000" cy="352425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11" name="">
            <a:extLst xmlns:a="http://schemas.openxmlformats.org/drawingml/2006/main">
              <a:ext uri="{FF2B5EF4-FFF2-40B4-BE49-F238E27FC236}">
                <a16:creationId xmlns:a16="http://schemas.microsoft.com/office/drawing/2014/main" id="{55C75CDD-C746-4B45-A34C-70AB16D0D255}"/>
              </a:ext>
            </a:extLst>
          </p:cNvPr>
          <p:cNvSpPr>
            <a:spLocks xmlns:a="http://schemas.openxmlformats.org/drawingml/2006/main" noGrp="1"/>
          </p:cNvSpPr>
          <p:nvPr/>
        </p:nvSpPr>
        <p:spPr>
          <a:xfrm xmlns:a="http://schemas.openxmlformats.org/drawingml/2006/main">
            <a:off x="923925" y="6229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1   Meaning / the player as maker</a:t>
            </a:r>
          </a:p>
        </p:txBody>
      </p:sp>
      <p:sp>
        <p:nvSpPr>
          <p:cNvPr id="12" name="">
            <a:extLst xmlns:a="http://schemas.openxmlformats.org/drawingml/2006/main">
              <a:ext uri="{FF2B5EF4-FFF2-40B4-BE49-F238E27FC236}">
                <a16:creationId xmlns:a16="http://schemas.microsoft.com/office/drawing/2014/main" id="{CB872345-42C5-467A-A93C-9D50C6166FA1}"/>
              </a:ext>
            </a:extLst>
          </p:cNvPr>
          <p:cNvSpPr>
            <a:spLocks xmlns:a="http://schemas.openxmlformats.org/drawingml/2006/main" noGrp="1"/>
          </p:cNvSpPr>
          <p:nvPr/>
        </p:nvSpPr>
        <p:spPr>
          <a:xfrm xmlns:a="http://schemas.openxmlformats.org/drawingml/2006/main">
            <a:off x="952500" y="6867525"/>
            <a:ext cx="795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Creative ownership</a:t>
            </a:r>
          </a:p>
        </p:txBody>
      </p:sp>
      <p:sp>
        <p:nvSpPr>
          <p:cNvPr id="13" name="">
            <a:extLst xmlns:a="http://schemas.openxmlformats.org/drawingml/2006/main">
              <a:ext uri="{FF2B5EF4-FFF2-40B4-BE49-F238E27FC236}">
                <a16:creationId xmlns:a16="http://schemas.microsoft.com/office/drawing/2014/main" id="{2B7D4D3E-4B5E-48D6-9E8C-EF5467F4FAD2}"/>
              </a:ext>
            </a:extLst>
          </p:cNvPr>
          <p:cNvSpPr>
            <a:spLocks xmlns:a="http://schemas.openxmlformats.org/drawingml/2006/main" noGrp="1"/>
          </p:cNvSpPr>
          <p:nvPr/>
        </p:nvSpPr>
        <p:spPr>
          <a:xfrm xmlns:a="http://schemas.openxmlformats.org/drawingml/2006/main">
            <a:off x="952500" y="7305675"/>
            <a:ext cx="7953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Arrange ordinary parts into a ship that expresses your own idea.</a:t>
            </a:r>
          </a:p>
        </p:txBody>
      </p:sp>
      <p:sp>
        <p:nvSpPr>
          <p:cNvPr id="14" name="">
            <a:extLst xmlns:a="http://schemas.openxmlformats.org/drawingml/2006/main">
              <a:ext uri="{FF2B5EF4-FFF2-40B4-BE49-F238E27FC236}">
                <a16:creationId xmlns:a16="http://schemas.microsoft.com/office/drawing/2014/main" id="{B679D817-56BB-4CD9-A477-A30F22EAED7D}"/>
              </a:ext>
            </a:extLst>
          </p:cNvPr>
          <p:cNvSpPr>
            <a:spLocks xmlns:a="http://schemas.openxmlformats.org/drawingml/2006/main" noGrp="1"/>
          </p:cNvSpPr>
          <p:nvPr/>
        </p:nvSpPr>
        <p:spPr>
          <a:xfrm xmlns:a="http://schemas.openxmlformats.org/drawingml/2006/main">
            <a:off x="952500" y="8172450"/>
            <a:ext cx="795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Learning through play</a:t>
            </a:r>
          </a:p>
        </p:txBody>
      </p:sp>
      <p:sp>
        <p:nvSpPr>
          <p:cNvPr id="15" name="">
            <a:extLst xmlns:a="http://schemas.openxmlformats.org/drawingml/2006/main">
              <a:ext uri="{FF2B5EF4-FFF2-40B4-BE49-F238E27FC236}">
                <a16:creationId xmlns:a16="http://schemas.microsoft.com/office/drawing/2014/main" id="{1C462C0E-8271-49B5-8AE0-F493B5C9FDF8}"/>
              </a:ext>
            </a:extLst>
          </p:cNvPr>
          <p:cNvSpPr>
            <a:spLocks xmlns:a="http://schemas.openxmlformats.org/drawingml/2006/main" noGrp="1"/>
          </p:cNvSpPr>
          <p:nvPr/>
        </p:nvSpPr>
        <p:spPr>
          <a:xfrm xmlns:a="http://schemas.openxmlformats.org/drawingml/2006/main">
            <a:off x="952500" y="8610600"/>
            <a:ext cx="7953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Test a design, observe its weakness and change it.</a:t>
            </a:r>
          </a:p>
        </p:txBody>
      </p:sp>
      <p:sp>
        <p:nvSpPr>
          <p:cNvPr id="16" name="">
            <a:extLst xmlns:a="http://schemas.openxmlformats.org/drawingml/2006/main">
              <a:ext uri="{FF2B5EF4-FFF2-40B4-BE49-F238E27FC236}">
                <a16:creationId xmlns:a16="http://schemas.microsoft.com/office/drawing/2014/main" id="{05D1707F-4822-4E55-A7E3-D66703119526}"/>
              </a:ext>
            </a:extLst>
          </p:cNvPr>
          <p:cNvSpPr>
            <a:spLocks xmlns:a="http://schemas.openxmlformats.org/drawingml/2006/main" noGrp="1"/>
          </p:cNvSpPr>
          <p:nvPr/>
        </p:nvSpPr>
        <p:spPr>
          <a:xfrm xmlns:a="http://schemas.openxmlformats.org/drawingml/2006/main">
            <a:off x="9525000" y="68675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Resourcefulness</a:t>
            </a:r>
          </a:p>
        </p:txBody>
      </p:sp>
      <p:sp>
        <p:nvSpPr>
          <p:cNvPr id="17" name="">
            <a:extLst xmlns:a="http://schemas.openxmlformats.org/drawingml/2006/main">
              <a:ext uri="{FF2B5EF4-FFF2-40B4-BE49-F238E27FC236}">
                <a16:creationId xmlns:a16="http://schemas.microsoft.com/office/drawing/2014/main" id="{15E2D381-8F13-4101-84CD-FD0B705CA911}"/>
              </a:ext>
            </a:extLst>
          </p:cNvPr>
          <p:cNvSpPr>
            <a:spLocks xmlns:a="http://schemas.openxmlformats.org/drawingml/2006/main" noGrp="1"/>
          </p:cNvSpPr>
          <p:nvPr/>
        </p:nvSpPr>
        <p:spPr>
          <a:xfrm xmlns:a="http://schemas.openxmlformats.org/drawingml/2006/main">
            <a:off x="9525000" y="7305675"/>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Balance armor, firepower, mass and energy within a fixed budget.</a:t>
            </a:r>
          </a:p>
        </p:txBody>
      </p:sp>
      <p:sp>
        <p:nvSpPr>
          <p:cNvPr id="18" name="">
            <a:extLst xmlns:a="http://schemas.openxmlformats.org/drawingml/2006/main">
              <a:ext uri="{FF2B5EF4-FFF2-40B4-BE49-F238E27FC236}">
                <a16:creationId xmlns:a16="http://schemas.microsoft.com/office/drawing/2014/main" id="{0B39843A-A1A7-4091-9850-9E2EDD7BFDEB}"/>
              </a:ext>
            </a:extLst>
          </p:cNvPr>
          <p:cNvSpPr>
            <a:spLocks xmlns:a="http://schemas.openxmlformats.org/drawingml/2006/main" noGrp="1"/>
          </p:cNvSpPr>
          <p:nvPr/>
        </p:nvSpPr>
        <p:spPr>
          <a:xfrm xmlns:a="http://schemas.openxmlformats.org/drawingml/2006/main">
            <a:off x="9525000" y="81724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Persistence</a:t>
            </a:r>
          </a:p>
        </p:txBody>
      </p:sp>
      <p:sp>
        <p:nvSpPr>
          <p:cNvPr id="19" name="">
            <a:extLst xmlns:a="http://schemas.openxmlformats.org/drawingml/2006/main">
              <a:ext uri="{FF2B5EF4-FFF2-40B4-BE49-F238E27FC236}">
                <a16:creationId xmlns:a16="http://schemas.microsoft.com/office/drawing/2014/main" id="{149ABA68-9E3B-4864-BFBA-845B6DB82DC7}"/>
              </a:ext>
            </a:extLst>
          </p:cNvPr>
          <p:cNvSpPr>
            <a:spLocks xmlns:a="http://schemas.openxmlformats.org/drawingml/2006/main" noGrp="1"/>
          </p:cNvSpPr>
          <p:nvPr/>
        </p:nvSpPr>
        <p:spPr>
          <a:xfrm xmlns:a="http://schemas.openxmlformats.org/drawingml/2006/main">
            <a:off x="9525000" y="8610600"/>
            <a:ext cx="809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Keep the blueprint after failure and return with a better version.</a:t>
            </a:r>
          </a:p>
        </p:txBody>
      </p:sp>
      <p:sp>
        <p:nvSpPr>
          <p:cNvPr id="20" name="">
            <a:extLst xmlns:a="http://schemas.openxmlformats.org/drawingml/2006/main">
              <a:ext uri="{FF2B5EF4-FFF2-40B4-BE49-F238E27FC236}">
                <a16:creationId xmlns:a16="http://schemas.microsoft.com/office/drawing/2014/main" id="{6ED35C97-268F-4562-8A8E-42E8D7E1C065}"/>
              </a:ext>
            </a:extLst>
          </p:cNvPr>
          <p:cNvSpPr>
            <a:spLocks xmlns:a="http://schemas.openxmlformats.org/drawingml/2006/main" noGrp="1"/>
          </p:cNvSpPr>
          <p:nvPr/>
        </p:nvSpPr>
        <p:spPr>
          <a:xfrm xmlns:a="http://schemas.openxmlformats.org/drawingml/2006/main">
            <a:off x="666750" y="9810750"/>
            <a:ext cx="17526000" cy="1162050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21" name="">
            <a:extLst xmlns:a="http://schemas.openxmlformats.org/drawingml/2006/main">
              <a:ext uri="{FF2B5EF4-FFF2-40B4-BE49-F238E27FC236}">
                <a16:creationId xmlns:a16="http://schemas.microsoft.com/office/drawing/2014/main" id="{D0BD8B39-98E0-40AF-9EEE-093B269C17E0}"/>
              </a:ext>
            </a:extLst>
          </p:cNvPr>
          <p:cNvSpPr>
            <a:spLocks xmlns:a="http://schemas.openxmlformats.org/drawingml/2006/main" noGrp="1"/>
          </p:cNvSpPr>
          <p:nvPr/>
        </p:nvSpPr>
        <p:spPr>
          <a:xfrm xmlns:a="http://schemas.openxmlformats.org/drawingml/2006/main">
            <a:off x="923925" y="10039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2   Play &amp; interaction / a workshop loop</a:t>
            </a:r>
          </a:p>
        </p:txBody>
      </p:sp>
      <p:sp>
        <p:nvSpPr>
          <p:cNvPr id="22" name="">
            <a:extLst xmlns:a="http://schemas.openxmlformats.org/drawingml/2006/main">
              <a:ext uri="{FF2B5EF4-FFF2-40B4-BE49-F238E27FC236}">
                <a16:creationId xmlns:a16="http://schemas.microsoft.com/office/drawing/2014/main" id="{E2B19FE3-FAA0-4CAC-9C8C-7B0CB0D95BCC}"/>
              </a:ext>
            </a:extLst>
          </p:cNvPr>
          <p:cNvSpPr>
            <a:spLocks xmlns:a="http://schemas.openxmlformats.org/drawingml/2006/main" noGrp="1"/>
          </p:cNvSpPr>
          <p:nvPr/>
        </p:nvSpPr>
        <p:spPr>
          <a:xfrm xmlns:a="http://schemas.openxmlformats.org/drawingml/2006/main">
            <a:off x="952500" y="10629900"/>
            <a:ext cx="1676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25" b="1">
                <a:solidFill>
                  <a:srgbClr val="20262A"/>
                </a:solidFill>
                <a:latin typeface="Arial"/>
                <a:ea typeface="Arial"/>
                <a:cs typeface="Arial"/>
              </a:defRPr>
            </a:defPPr>
            <a:lvl1pPr algn="l">
              <a:defRPr sz="2625" b="1">
                <a:solidFill>
                  <a:srgbClr val="20262A"/>
                </a:solidFill>
                <a:latin typeface="Arial"/>
                <a:ea typeface="Arial"/>
                <a:cs typeface="Arial"/>
              </a:defRPr>
            </a:lvl1pPr>
            <a:lvl2pPr algn="l">
              <a:defRPr sz="2625" b="1">
                <a:solidFill>
                  <a:srgbClr val="20262A"/>
                </a:solidFill>
                <a:latin typeface="Arial"/>
                <a:ea typeface="Arial"/>
                <a:cs typeface="Arial"/>
              </a:defRPr>
            </a:lvl2pPr>
            <a:lvl3pPr algn="l">
              <a:defRPr sz="2625" b="1">
                <a:solidFill>
                  <a:srgbClr val="20262A"/>
                </a:solidFill>
                <a:latin typeface="Arial"/>
                <a:ea typeface="Arial"/>
                <a:cs typeface="Arial"/>
              </a:defRPr>
            </a:lvl3pPr>
            <a:lvl4pPr algn="l">
              <a:defRPr sz="2625" b="1">
                <a:solidFill>
                  <a:srgbClr val="20262A"/>
                </a:solidFill>
                <a:latin typeface="Arial"/>
                <a:ea typeface="Arial"/>
                <a:cs typeface="Arial"/>
              </a:defRPr>
            </a:lvl4pPr>
            <a:lvl5pPr algn="l">
              <a:defRPr sz="2625" b="1">
                <a:solidFill>
                  <a:srgbClr val="20262A"/>
                </a:solidFill>
                <a:latin typeface="Arial"/>
                <a:ea typeface="Arial"/>
                <a:cs typeface="Arial"/>
              </a:defRPr>
            </a:lvl5pPr>
            <a:lvl6pPr algn="l">
              <a:defRPr sz="2625" b="1">
                <a:solidFill>
                  <a:srgbClr val="20262A"/>
                </a:solidFill>
                <a:latin typeface="Arial"/>
                <a:ea typeface="Arial"/>
                <a:cs typeface="Arial"/>
              </a:defRPr>
            </a:lvl6pPr>
            <a:lvl7pPr algn="l">
              <a:defRPr sz="2625" b="1">
                <a:solidFill>
                  <a:srgbClr val="20262A"/>
                </a:solidFill>
                <a:latin typeface="Arial"/>
                <a:ea typeface="Arial"/>
                <a:cs typeface="Arial"/>
              </a:defRPr>
            </a:lvl7pPr>
            <a:lvl8pPr algn="l">
              <a:defRPr sz="2625" b="1">
                <a:solidFill>
                  <a:srgbClr val="20262A"/>
                </a:solidFill>
                <a:latin typeface="Arial"/>
                <a:ea typeface="Arial"/>
                <a:cs typeface="Arial"/>
              </a:defRPr>
            </a:lvl8pPr>
            <a:lvl9pPr algn="l">
              <a:defRPr sz="2625" b="1">
                <a:solidFill>
                  <a:srgbClr val="20262A"/>
                </a:solidFill>
                <a:latin typeface="Arial"/>
                <a:ea typeface="Arial"/>
                <a:cs typeface="Arial"/>
              </a:defRPr>
            </a:lvl9pPr>
          </a:lstStyle>
          <a:p xmlns:a="http://schemas.openxmlformats.org/drawingml/2006/main">
            <a:pPr algn="l">
              <a:defRPr sz="2625" b="1">
                <a:solidFill>
                  <a:srgbClr val="20262A"/>
                </a:solidFill>
                <a:latin typeface="Arial"/>
                <a:ea typeface="Arial"/>
                <a:cs typeface="Arial"/>
              </a:defRPr>
            </a:pPr>
            <a:r>
              <a:rPr sz="2625" b="1">
                <a:solidFill>
                  <a:srgbClr val="20262A"/>
                </a:solidFill>
                <a:latin typeface="Arial"/>
                <a:ea typeface="Arial"/>
                <a:cs typeface="Arial"/>
              </a:rPr>
              <a:t>BUILD   /   TEST   /   DIAGNOSE   /   REVISE   /   FIGHT</a:t>
            </a:r>
          </a:p>
        </p:txBody>
      </p:sp>
      <p:sp>
        <p:nvSpPr>
          <p:cNvPr id="23" name="">
            <a:extLst xmlns:a="http://schemas.openxmlformats.org/drawingml/2006/main">
              <a:ext uri="{FF2B5EF4-FFF2-40B4-BE49-F238E27FC236}">
                <a16:creationId xmlns:a16="http://schemas.microsoft.com/office/drawing/2014/main" id="{34CEDD7A-464B-4C63-85E2-8EDE3394C599}"/>
              </a:ext>
            </a:extLst>
          </p:cNvPr>
          <p:cNvSpPr>
            <a:spLocks xmlns:a="http://schemas.openxmlformats.org/drawingml/2006/main" noGrp="1"/>
          </p:cNvSpPr>
          <p:nvPr/>
        </p:nvSpPr>
        <p:spPr>
          <a:xfrm xmlns:a="http://schemas.openxmlformats.org/drawingml/2006/main">
            <a:off x="952500" y="11353800"/>
            <a:ext cx="16764000" cy="1514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20262A"/>
                </a:solidFill>
                <a:latin typeface="Arial"/>
                <a:ea typeface="Arial"/>
                <a:cs typeface="Arial"/>
              </a:defRPr>
            </a:defPPr>
            <a:lvl1pPr algn="l">
              <a:defRPr sz="2325" b="0">
                <a:solidFill>
                  <a:srgbClr val="20262A"/>
                </a:solidFill>
                <a:latin typeface="Arial"/>
                <a:ea typeface="Arial"/>
                <a:cs typeface="Arial"/>
              </a:defRPr>
            </a:lvl1pPr>
            <a:lvl2pPr algn="l">
              <a:defRPr sz="2325" b="0">
                <a:solidFill>
                  <a:srgbClr val="20262A"/>
                </a:solidFill>
                <a:latin typeface="Arial"/>
                <a:ea typeface="Arial"/>
                <a:cs typeface="Arial"/>
              </a:defRPr>
            </a:lvl2pPr>
            <a:lvl3pPr algn="l">
              <a:defRPr sz="2325" b="0">
                <a:solidFill>
                  <a:srgbClr val="20262A"/>
                </a:solidFill>
                <a:latin typeface="Arial"/>
                <a:ea typeface="Arial"/>
                <a:cs typeface="Arial"/>
              </a:defRPr>
            </a:lvl3pPr>
            <a:lvl4pPr algn="l">
              <a:defRPr sz="2325" b="0">
                <a:solidFill>
                  <a:srgbClr val="20262A"/>
                </a:solidFill>
                <a:latin typeface="Arial"/>
                <a:ea typeface="Arial"/>
                <a:cs typeface="Arial"/>
              </a:defRPr>
            </a:lvl4pPr>
            <a:lvl5pPr algn="l">
              <a:defRPr sz="2325" b="0">
                <a:solidFill>
                  <a:srgbClr val="20262A"/>
                </a:solidFill>
                <a:latin typeface="Arial"/>
                <a:ea typeface="Arial"/>
                <a:cs typeface="Arial"/>
              </a:defRPr>
            </a:lvl5pPr>
            <a:lvl6pPr algn="l">
              <a:defRPr sz="2325" b="0">
                <a:solidFill>
                  <a:srgbClr val="20262A"/>
                </a:solidFill>
                <a:latin typeface="Arial"/>
                <a:ea typeface="Arial"/>
                <a:cs typeface="Arial"/>
              </a:defRPr>
            </a:lvl6pPr>
            <a:lvl7pPr algn="l">
              <a:defRPr sz="2325" b="0">
                <a:solidFill>
                  <a:srgbClr val="20262A"/>
                </a:solidFill>
                <a:latin typeface="Arial"/>
                <a:ea typeface="Arial"/>
                <a:cs typeface="Arial"/>
              </a:defRPr>
            </a:lvl7pPr>
            <a:lvl8pPr algn="l">
              <a:defRPr sz="2325" b="0">
                <a:solidFill>
                  <a:srgbClr val="20262A"/>
                </a:solidFill>
                <a:latin typeface="Arial"/>
                <a:ea typeface="Arial"/>
                <a:cs typeface="Arial"/>
              </a:defRPr>
            </a:lvl8pPr>
            <a:lvl9pPr algn="l">
              <a:defRPr sz="2325" b="0">
                <a:solidFill>
                  <a:srgbClr val="20262A"/>
                </a:solidFill>
                <a:latin typeface="Arial"/>
                <a:ea typeface="Arial"/>
                <a:cs typeface="Arial"/>
              </a:defRPr>
            </a:lvl9pPr>
          </a:lstStyle>
          <a:p xmlns:a="http://schemas.openxmlformats.org/drawingml/2006/main">
            <a:pPr algn="l">
              <a:defRPr sz="2325" b="0">
                <a:solidFill>
                  <a:srgbClr val="20262A"/>
                </a:solidFill>
                <a:latin typeface="Arial"/>
                <a:ea typeface="Arial"/>
                <a:cs typeface="Arial"/>
              </a:defRPr>
            </a:pPr>
            <a:r>
              <a:rPr sz="2325" b="0">
                <a:solidFill>
                  <a:srgbClr val="20262A"/>
                </a:solidFill>
                <a:latin typeface="Arial"/>
                <a:ea typeface="Arial"/>
                <a:cs typeface="Arial"/>
              </a:rPr>
              <a:t>Assemble a modular spacecraft on a 3D grid. Configure directional propulsion, then try movement and weapons in the range. Compare behavior with the design you intended. Return to the blueprint before facing arcade combat waves.</a:t>
            </a:r>
          </a:p>
        </p:txBody>
      </p:sp>
      <p:sp>
        <p:nvSpPr>
          <p:cNvPr id="24" name="">
            <a:extLst xmlns:a="http://schemas.openxmlformats.org/drawingml/2006/main">
              <a:ext uri="{FF2B5EF4-FFF2-40B4-BE49-F238E27FC236}">
                <a16:creationId xmlns:a16="http://schemas.microsoft.com/office/drawing/2014/main" id="{F2AA8F8D-224E-4D74-8C2A-B755EE565772}"/>
              </a:ext>
            </a:extLst>
          </p:cNvPr>
          <p:cNvSpPr>
            <a:spLocks xmlns:a="http://schemas.openxmlformats.org/drawingml/2006/main" noGrp="1"/>
          </p:cNvSpPr>
          <p:nvPr/>
        </p:nvSpPr>
        <p:spPr>
          <a:xfrm xmlns:a="http://schemas.openxmlformats.org/drawingml/2006/main">
            <a:off x="952500" y="12906375"/>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Freedom to experiment</a:t>
            </a:r>
          </a:p>
        </p:txBody>
      </p:sp>
      <p:sp>
        <p:nvSpPr>
          <p:cNvPr id="25" name="">
            <a:extLst xmlns:a="http://schemas.openxmlformats.org/drawingml/2006/main">
              <a:ext uri="{FF2B5EF4-FFF2-40B4-BE49-F238E27FC236}">
                <a16:creationId xmlns:a16="http://schemas.microsoft.com/office/drawing/2014/main" id="{51C86276-4E51-47A2-B87B-E01B853F2F1C}"/>
              </a:ext>
            </a:extLst>
          </p:cNvPr>
          <p:cNvSpPr>
            <a:spLocks xmlns:a="http://schemas.openxmlformats.org/drawingml/2006/main" noGrp="1"/>
          </p:cNvSpPr>
          <p:nvPr/>
        </p:nvSpPr>
        <p:spPr>
          <a:xfrm xmlns:a="http://schemas.openxmlformats.org/drawingml/2006/main">
            <a:off x="952500" y="13344525"/>
            <a:ext cx="790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All parts are available from the start. Save unfinished or over-budget ideas. Deployment requires a connected ship within the mission budget.</a:t>
            </a:r>
          </a:p>
        </p:txBody>
      </p:sp>
      <p:sp>
        <p:nvSpPr>
          <p:cNvPr id="26" name="">
            <a:extLst xmlns:a="http://schemas.openxmlformats.org/drawingml/2006/main">
              <a:ext uri="{FF2B5EF4-FFF2-40B4-BE49-F238E27FC236}">
                <a16:creationId xmlns:a16="http://schemas.microsoft.com/office/drawing/2014/main" id="{C4DCDCEC-DEFF-4E35-9888-10F541FC4D85}"/>
              </a:ext>
            </a:extLst>
          </p:cNvPr>
          <p:cNvSpPr>
            <a:spLocks xmlns:a="http://schemas.openxmlformats.org/drawingml/2006/main" noGrp="1"/>
          </p:cNvSpPr>
          <p:nvPr/>
        </p:nvSpPr>
        <p:spPr>
          <a:xfrm xmlns:a="http://schemas.openxmlformats.org/drawingml/2006/main">
            <a:off x="9525000" y="12906375"/>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Choices have consequences</a:t>
            </a:r>
          </a:p>
        </p:txBody>
      </p:sp>
      <p:sp>
        <p:nvSpPr>
          <p:cNvPr id="27" name="">
            <a:extLst xmlns:a="http://schemas.openxmlformats.org/drawingml/2006/main">
              <a:ext uri="{FF2B5EF4-FFF2-40B4-BE49-F238E27FC236}">
                <a16:creationId xmlns:a16="http://schemas.microsoft.com/office/drawing/2014/main" id="{1422D83F-CCFA-43BD-802D-3B11C484DB26}"/>
              </a:ext>
            </a:extLst>
          </p:cNvPr>
          <p:cNvSpPr>
            <a:spLocks xmlns:a="http://schemas.openxmlformats.org/drawingml/2006/main" noGrp="1"/>
          </p:cNvSpPr>
          <p:nvPr/>
        </p:nvSpPr>
        <p:spPr>
          <a:xfrm xmlns:a="http://schemas.openxmlformats.org/drawingml/2006/main">
            <a:off x="9525000" y="13344525"/>
            <a:ext cx="790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Blocked exhaust reduces usable thrust. Armor adds mass. Insufficient power reduces output. Each limit gives the player a reason to redesign.</a:t>
            </a:r>
          </a:p>
        </p:txBody>
      </p:sp>
      <p:pic>
        <p:nvPicPr>
          <p:cNvPr id="28" name="">
            <a:extLst xmlns:a="http://schemas.openxmlformats.org/drawingml/2006/main">
              <a:ext uri="{FF2B5EF4-FFF2-40B4-BE49-F238E27FC236}">
                <a16:creationId xmlns:a16="http://schemas.microsoft.com/office/drawing/2014/main" id="{095F5994-D05A-491E-8937-62DCBE176AE1}"/>
              </a:ext>
            </a:extLst>
          </p:cNvPr>
          <p:cNvPicPr>
            <a:picLocks xmlns:a="http://schemas.openxmlformats.org/drawingml/2006/main" noChangeAspect="1"/>
          </p:cNvPicPr>
          <p:nvPr/>
        </p:nvPicPr>
        <p:blipFill>
          <a:blip xmlns:r="http://schemas.openxmlformats.org/officeDocument/2006/relationships" xmlns:a="http://schemas.openxmlformats.org/drawingml/2006/main" r:embed="R42db9d54a5e44676"/>
          <a:srcRect xmlns:a="http://schemas.openxmlformats.org/drawingml/2006/main" l="0" t="10261" r="0" b="10261"/>
          <a:stretch xmlns:a="http://schemas.openxmlformats.org/drawingml/2006/main">
            <a:fillRect l="0" t="0" r="0" b="0"/>
          </a:stretch>
        </p:blipFill>
        <p:spPr>
          <a:xfrm xmlns:a="http://schemas.openxmlformats.org/drawingml/2006/main">
            <a:off x="952500" y="15068550"/>
            <a:ext cx="8096250" cy="3619500"/>
          </a:xfrm>
          <a:prstGeom xmlns:a="http://schemas.openxmlformats.org/drawingml/2006/main" prst="rect">
            <a:avLst/>
          </a:prstGeom>
        </p:spPr>
      </p:pic>
      <p:pic>
        <p:nvPicPr>
          <p:cNvPr id="29" name="">
            <a:extLst xmlns:a="http://schemas.openxmlformats.org/drawingml/2006/main">
              <a:ext uri="{FF2B5EF4-FFF2-40B4-BE49-F238E27FC236}">
                <a16:creationId xmlns:a16="http://schemas.microsoft.com/office/drawing/2014/main" id="{E2ED30AA-BF3A-4E7E-9F9C-16D6D9BEBB55}"/>
              </a:ext>
            </a:extLst>
          </p:cNvPr>
          <p:cNvPicPr>
            <a:picLocks xmlns:a="http://schemas.openxmlformats.org/drawingml/2006/main" noChangeAspect="1"/>
          </p:cNvPicPr>
          <p:nvPr/>
        </p:nvPicPr>
        <p:blipFill>
          <a:blip xmlns:r="http://schemas.openxmlformats.org/officeDocument/2006/relationships" xmlns:a="http://schemas.openxmlformats.org/drawingml/2006/main" r:embed="Rf6c108634ee74036"/>
          <a:srcRect xmlns:a="http://schemas.openxmlformats.org/drawingml/2006/main" l="0" t="10261" r="0" b="10261"/>
          <a:stretch xmlns:a="http://schemas.openxmlformats.org/drawingml/2006/main">
            <a:fillRect l="0" t="0" r="0" b="0"/>
          </a:stretch>
        </p:blipFill>
        <p:spPr>
          <a:xfrm xmlns:a="http://schemas.openxmlformats.org/drawingml/2006/main">
            <a:off x="9525000" y="15068550"/>
            <a:ext cx="8096250" cy="36195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ADC0DF71-9AC8-4C87-A424-B959C09ED1BB}"/>
              </a:ext>
            </a:extLst>
          </p:cNvPr>
          <p:cNvSpPr>
            <a:spLocks xmlns:a="http://schemas.openxmlformats.org/drawingml/2006/main" noGrp="1"/>
          </p:cNvSpPr>
          <p:nvPr/>
        </p:nvSpPr>
        <p:spPr>
          <a:xfrm xmlns:a="http://schemas.openxmlformats.org/drawingml/2006/main">
            <a:off x="952500" y="188976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Reassembly </a:t>
            </a:r>
            <a:r>
              <a:rPr sz="2175" b="1">
                <a:solidFill>
                  <a:srgbClr val="20262A"/>
                </a:solidFill>
                <a:latin typeface="Arial"/>
                <a:ea typeface="Arial"/>
                <a:cs typeface="Arial"/>
                <a:hlinkClick xmlns:r="http://schemas.openxmlformats.org/officeDocument/2006/relationships" r:id="R8d102e33568f4112"/>
              </a:rPr>
              <a:t>[1]</a:t>
            </a:r>
          </a:p>
        </p:txBody>
      </p:sp>
      <p:sp>
        <p:nvSpPr>
          <p:cNvPr id="31" name="">
            <a:extLst xmlns:a="http://schemas.openxmlformats.org/drawingml/2006/main">
              <a:ext uri="{FF2B5EF4-FFF2-40B4-BE49-F238E27FC236}">
                <a16:creationId xmlns:a16="http://schemas.microsoft.com/office/drawing/2014/main" id="{E1652549-D261-4474-8911-CFEE596FF518}"/>
              </a:ext>
            </a:extLst>
          </p:cNvPr>
          <p:cNvSpPr>
            <a:spLocks xmlns:a="http://schemas.openxmlformats.org/drawingml/2006/main" noGrp="1"/>
          </p:cNvSpPr>
          <p:nvPr/>
        </p:nvSpPr>
        <p:spPr>
          <a:xfrm xmlns:a="http://schemas.openxmlformats.org/drawingml/2006/main">
            <a:off x="952500" y="19307175"/>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Borrow: a readable parts palette and the link between ship design and performance.</a:t>
            </a:r>
          </a:p>
        </p:txBody>
      </p:sp>
      <p:sp>
        <p:nvSpPr>
          <p:cNvPr id="32" name="">
            <a:extLst xmlns:a="http://schemas.openxmlformats.org/drawingml/2006/main">
              <a:ext uri="{FF2B5EF4-FFF2-40B4-BE49-F238E27FC236}">
                <a16:creationId xmlns:a16="http://schemas.microsoft.com/office/drawing/2014/main" id="{C1DC3255-AA71-4780-BC0C-7ECE428BA34E}"/>
              </a:ext>
            </a:extLst>
          </p:cNvPr>
          <p:cNvSpPr>
            <a:spLocks xmlns:a="http://schemas.openxmlformats.org/drawingml/2006/main" noGrp="1"/>
          </p:cNvSpPr>
          <p:nvPr/>
        </p:nvSpPr>
        <p:spPr>
          <a:xfrm xmlns:a="http://schemas.openxmlformats.org/drawingml/2006/main">
            <a:off x="9525000" y="188976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Robocraft </a:t>
            </a:r>
            <a:r>
              <a:rPr sz="2175" b="1">
                <a:solidFill>
                  <a:srgbClr val="20262A"/>
                </a:solidFill>
                <a:latin typeface="Arial"/>
                <a:ea typeface="Arial"/>
                <a:cs typeface="Arial"/>
                <a:hlinkClick xmlns:r="http://schemas.openxmlformats.org/officeDocument/2006/relationships" r:id="R2755fc0395be4200"/>
              </a:rPr>
              <a:t>[2]</a:t>
            </a:r>
          </a:p>
        </p:txBody>
      </p:sp>
      <p:sp>
        <p:nvSpPr>
          <p:cNvPr id="33" name="">
            <a:extLst xmlns:a="http://schemas.openxmlformats.org/drawingml/2006/main">
              <a:ext uri="{FF2B5EF4-FFF2-40B4-BE49-F238E27FC236}">
                <a16:creationId xmlns:a16="http://schemas.microsoft.com/office/drawing/2014/main" id="{BA6AA8F3-BB5A-40CF-8971-38F69BEF2E61}"/>
              </a:ext>
            </a:extLst>
          </p:cNvPr>
          <p:cNvSpPr>
            <a:spLocks xmlns:a="http://schemas.openxmlformats.org/drawingml/2006/main" noGrp="1"/>
          </p:cNvSpPr>
          <p:nvPr/>
        </p:nvSpPr>
        <p:spPr>
          <a:xfrm xmlns:a="http://schemas.openxmlformats.org/drawingml/2006/main">
            <a:off x="9525000" y="19307175"/>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Borrow: the build bay and the satisfaction of taking your own machine into combat.</a:t>
            </a:r>
          </a:p>
        </p:txBody>
      </p:sp>
      <p:sp>
        <p:nvSpPr>
          <p:cNvPr id="34" name="">
            <a:extLst xmlns:a="http://schemas.openxmlformats.org/drawingml/2006/main">
              <a:ext uri="{FF2B5EF4-FFF2-40B4-BE49-F238E27FC236}">
                <a16:creationId xmlns:a16="http://schemas.microsoft.com/office/drawing/2014/main" id="{1BB1422F-A160-45A1-B94C-CF23F44497A5}"/>
              </a:ext>
            </a:extLst>
          </p:cNvPr>
          <p:cNvSpPr>
            <a:spLocks xmlns:a="http://schemas.openxmlformats.org/drawingml/2006/main" noGrp="1"/>
          </p:cNvSpPr>
          <p:nvPr/>
        </p:nvSpPr>
        <p:spPr>
          <a:xfrm xmlns:a="http://schemas.openxmlformats.org/drawingml/2006/main">
            <a:off x="942975" y="20135850"/>
            <a:ext cx="16678275" cy="19050"/>
          </a:xfrm>
          <a:prstGeom xmlns:a="http://schemas.openxmlformats.org/drawingml/2006/main" prst="rect">
            <a:avLst/>
          </a:prstGeom>
          <a:solidFill xmlns:a="http://schemas.openxmlformats.org/drawingml/2006/main">
            <a:srgbClr val="C5C5C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31D4FC7-144C-42B4-994A-55EA91C836B0}"/>
              </a:ext>
            </a:extLst>
          </p:cNvPr>
          <p:cNvSpPr>
            <a:spLocks xmlns:a="http://schemas.openxmlformats.org/drawingml/2006/main" noGrp="1"/>
          </p:cNvSpPr>
          <p:nvPr/>
        </p:nvSpPr>
        <p:spPr>
          <a:xfrm xmlns:a="http://schemas.openxmlformats.org/drawingml/2006/main">
            <a:off x="952500" y="203739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CB4A4F"/>
                </a:solidFill>
                <a:latin typeface="Arial"/>
                <a:ea typeface="Arial"/>
                <a:cs typeface="Arial"/>
              </a:defRPr>
            </a:defPPr>
            <a:lvl1pPr algn="l">
              <a:defRPr sz="2025" b="1">
                <a:solidFill>
                  <a:srgbClr val="CB4A4F"/>
                </a:solidFill>
                <a:latin typeface="Arial"/>
                <a:ea typeface="Arial"/>
                <a:cs typeface="Arial"/>
              </a:defRPr>
            </a:lvl1pPr>
            <a:lvl2pPr algn="l">
              <a:defRPr sz="2025" b="1">
                <a:solidFill>
                  <a:srgbClr val="CB4A4F"/>
                </a:solidFill>
                <a:latin typeface="Arial"/>
                <a:ea typeface="Arial"/>
                <a:cs typeface="Arial"/>
              </a:defRPr>
            </a:lvl2pPr>
            <a:lvl3pPr algn="l">
              <a:defRPr sz="2025" b="1">
                <a:solidFill>
                  <a:srgbClr val="CB4A4F"/>
                </a:solidFill>
                <a:latin typeface="Arial"/>
                <a:ea typeface="Arial"/>
                <a:cs typeface="Arial"/>
              </a:defRPr>
            </a:lvl3pPr>
            <a:lvl4pPr algn="l">
              <a:defRPr sz="2025" b="1">
                <a:solidFill>
                  <a:srgbClr val="CB4A4F"/>
                </a:solidFill>
                <a:latin typeface="Arial"/>
                <a:ea typeface="Arial"/>
                <a:cs typeface="Arial"/>
              </a:defRPr>
            </a:lvl4pPr>
            <a:lvl5pPr algn="l">
              <a:defRPr sz="2025" b="1">
                <a:solidFill>
                  <a:srgbClr val="CB4A4F"/>
                </a:solidFill>
                <a:latin typeface="Arial"/>
                <a:ea typeface="Arial"/>
                <a:cs typeface="Arial"/>
              </a:defRPr>
            </a:lvl5pPr>
            <a:lvl6pPr algn="l">
              <a:defRPr sz="2025" b="1">
                <a:solidFill>
                  <a:srgbClr val="CB4A4F"/>
                </a:solidFill>
                <a:latin typeface="Arial"/>
                <a:ea typeface="Arial"/>
                <a:cs typeface="Arial"/>
              </a:defRPr>
            </a:lvl6pPr>
            <a:lvl7pPr algn="l">
              <a:defRPr sz="2025" b="1">
                <a:solidFill>
                  <a:srgbClr val="CB4A4F"/>
                </a:solidFill>
                <a:latin typeface="Arial"/>
                <a:ea typeface="Arial"/>
                <a:cs typeface="Arial"/>
              </a:defRPr>
            </a:lvl7pPr>
            <a:lvl8pPr algn="l">
              <a:defRPr sz="2025" b="1">
                <a:solidFill>
                  <a:srgbClr val="CB4A4F"/>
                </a:solidFill>
                <a:latin typeface="Arial"/>
                <a:ea typeface="Arial"/>
                <a:cs typeface="Arial"/>
              </a:defRPr>
            </a:lvl8pPr>
            <a:lvl9pPr algn="l">
              <a:defRPr sz="2025" b="1">
                <a:solidFill>
                  <a:srgbClr val="CB4A4F"/>
                </a:solidFill>
                <a:latin typeface="Arial"/>
                <a:ea typeface="Arial"/>
                <a:cs typeface="Arial"/>
              </a:defRPr>
            </a:lvl9pPr>
          </a:lstStyle>
          <a:p xmlns:a="http://schemas.openxmlformats.org/drawingml/2006/main">
            <a:pPr algn="l">
              <a:defRPr sz="2025" b="1">
                <a:solidFill>
                  <a:srgbClr val="CB4A4F"/>
                </a:solidFill>
                <a:latin typeface="Arial"/>
                <a:ea typeface="Arial"/>
                <a:cs typeface="Arial"/>
              </a:defRPr>
            </a:pPr>
            <a:r>
              <a:rPr sz="2025" b="1">
                <a:solidFill>
                  <a:srgbClr val="CB4A4F"/>
                </a:solidFill>
                <a:latin typeface="Arial"/>
                <a:ea typeface="Arial"/>
                <a:cs typeface="Arial"/>
              </a:rPr>
              <a:t>UI / UX</a:t>
            </a:r>
          </a:p>
        </p:txBody>
      </p:sp>
      <p:sp>
        <p:nvSpPr>
          <p:cNvPr id="36" name="">
            <a:extLst xmlns:a="http://schemas.openxmlformats.org/drawingml/2006/main">
              <a:ext uri="{FF2B5EF4-FFF2-40B4-BE49-F238E27FC236}">
                <a16:creationId xmlns:a16="http://schemas.microsoft.com/office/drawing/2014/main" id="{E3B6E653-C0CD-4350-90B1-6BD58576BC1E}"/>
              </a:ext>
            </a:extLst>
          </p:cNvPr>
          <p:cNvSpPr>
            <a:spLocks xmlns:a="http://schemas.openxmlformats.org/drawingml/2006/main" noGrp="1"/>
          </p:cNvSpPr>
          <p:nvPr/>
        </p:nvSpPr>
        <p:spPr>
          <a:xfrm xmlns:a="http://schemas.openxmlformats.org/drawingml/2006/main">
            <a:off x="3810000" y="20373975"/>
            <a:ext cx="13620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0262A"/>
                </a:solidFill>
                <a:latin typeface="Arial"/>
                <a:ea typeface="Arial"/>
                <a:cs typeface="Arial"/>
              </a:defRPr>
            </a:defPPr>
            <a:lvl1pPr algn="l">
              <a:defRPr sz="2100" b="0">
                <a:solidFill>
                  <a:srgbClr val="20262A"/>
                </a:solidFill>
                <a:latin typeface="Arial"/>
                <a:ea typeface="Arial"/>
                <a:cs typeface="Arial"/>
              </a:defRPr>
            </a:lvl1pPr>
            <a:lvl2pPr algn="l">
              <a:defRPr sz="2100" b="0">
                <a:solidFill>
                  <a:srgbClr val="20262A"/>
                </a:solidFill>
                <a:latin typeface="Arial"/>
                <a:ea typeface="Arial"/>
                <a:cs typeface="Arial"/>
              </a:defRPr>
            </a:lvl2pPr>
            <a:lvl3pPr algn="l">
              <a:defRPr sz="2100" b="0">
                <a:solidFill>
                  <a:srgbClr val="20262A"/>
                </a:solidFill>
                <a:latin typeface="Arial"/>
                <a:ea typeface="Arial"/>
                <a:cs typeface="Arial"/>
              </a:defRPr>
            </a:lvl3pPr>
            <a:lvl4pPr algn="l">
              <a:defRPr sz="2100" b="0">
                <a:solidFill>
                  <a:srgbClr val="20262A"/>
                </a:solidFill>
                <a:latin typeface="Arial"/>
                <a:ea typeface="Arial"/>
                <a:cs typeface="Arial"/>
              </a:defRPr>
            </a:lvl4pPr>
            <a:lvl5pPr algn="l">
              <a:defRPr sz="2100" b="0">
                <a:solidFill>
                  <a:srgbClr val="20262A"/>
                </a:solidFill>
                <a:latin typeface="Arial"/>
                <a:ea typeface="Arial"/>
                <a:cs typeface="Arial"/>
              </a:defRPr>
            </a:lvl5pPr>
            <a:lvl6pPr algn="l">
              <a:defRPr sz="2100" b="0">
                <a:solidFill>
                  <a:srgbClr val="20262A"/>
                </a:solidFill>
                <a:latin typeface="Arial"/>
                <a:ea typeface="Arial"/>
                <a:cs typeface="Arial"/>
              </a:defRPr>
            </a:lvl6pPr>
            <a:lvl7pPr algn="l">
              <a:defRPr sz="2100" b="0">
                <a:solidFill>
                  <a:srgbClr val="20262A"/>
                </a:solidFill>
                <a:latin typeface="Arial"/>
                <a:ea typeface="Arial"/>
                <a:cs typeface="Arial"/>
              </a:defRPr>
            </a:lvl7pPr>
            <a:lvl8pPr algn="l">
              <a:defRPr sz="2100" b="0">
                <a:solidFill>
                  <a:srgbClr val="20262A"/>
                </a:solidFill>
                <a:latin typeface="Arial"/>
                <a:ea typeface="Arial"/>
                <a:cs typeface="Arial"/>
              </a:defRPr>
            </a:lvl8pPr>
            <a:lvl9pPr algn="l">
              <a:defRPr sz="2100" b="0">
                <a:solidFill>
                  <a:srgbClr val="20262A"/>
                </a:solidFill>
                <a:latin typeface="Arial"/>
                <a:ea typeface="Arial"/>
                <a:cs typeface="Arial"/>
              </a:defRPr>
            </a:lvl9pPr>
          </a:lstStyle>
          <a:p xmlns:a="http://schemas.openxmlformats.org/drawingml/2006/main">
            <a:pPr algn="l">
              <a:defRPr sz="2100" b="0">
                <a:solidFill>
                  <a:srgbClr val="20262A"/>
                </a:solidFill>
                <a:latin typeface="Arial"/>
                <a:ea typeface="Arial"/>
                <a:cs typeface="Arial"/>
              </a:defRPr>
            </a:pPr>
            <a:r>
              <a:rPr sz="2100" b="0">
                <a:solidFill>
                  <a:srgbClr val="20262A"/>
                </a:solidFill>
                <a:latin typeface="Arial"/>
                <a:ea typeface="Arial"/>
                <a:cs typeface="Arial"/>
              </a:rPr>
              <a:t>The editor feels like a workbench. Speed, energy and component diagnostics explain failures and guide the next revision.</a:t>
            </a:r>
          </a:p>
        </p:txBody>
      </p:sp>
      <p:sp>
        <p:nvSpPr>
          <p:cNvPr id="37" name="">
            <a:extLst xmlns:a="http://schemas.openxmlformats.org/drawingml/2006/main">
              <a:ext uri="{FF2B5EF4-FFF2-40B4-BE49-F238E27FC236}">
                <a16:creationId xmlns:a16="http://schemas.microsoft.com/office/drawing/2014/main" id="{9EDF2694-2C5A-416C-BB00-F33B200BB9F2}"/>
              </a:ext>
            </a:extLst>
          </p:cNvPr>
          <p:cNvSpPr>
            <a:spLocks xmlns:a="http://schemas.openxmlformats.org/drawingml/2006/main" noGrp="1"/>
          </p:cNvSpPr>
          <p:nvPr/>
        </p:nvSpPr>
        <p:spPr>
          <a:xfrm xmlns:a="http://schemas.openxmlformats.org/drawingml/2006/main">
            <a:off x="666750" y="21717000"/>
            <a:ext cx="17526000" cy="333375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38" name="">
            <a:extLst xmlns:a="http://schemas.openxmlformats.org/drawingml/2006/main">
              <a:ext uri="{FF2B5EF4-FFF2-40B4-BE49-F238E27FC236}">
                <a16:creationId xmlns:a16="http://schemas.microsoft.com/office/drawing/2014/main" id="{A0E74BC5-27C7-464F-8E79-084372E449A4}"/>
              </a:ext>
            </a:extLst>
          </p:cNvPr>
          <p:cNvSpPr>
            <a:spLocks xmlns:a="http://schemas.openxmlformats.org/drawingml/2006/main" noGrp="1"/>
          </p:cNvSpPr>
          <p:nvPr/>
        </p:nvSpPr>
        <p:spPr>
          <a:xfrm xmlns:a="http://schemas.openxmlformats.org/drawingml/2006/main">
            <a:off x="923925" y="2194560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3   Spaces / a workshop in orbit</a:t>
            </a:r>
          </a:p>
        </p:txBody>
      </p:sp>
      <p:sp>
        <p:nvSpPr>
          <p:cNvPr id="39" name="">
            <a:extLst xmlns:a="http://schemas.openxmlformats.org/drawingml/2006/main">
              <a:ext uri="{FF2B5EF4-FFF2-40B4-BE49-F238E27FC236}">
                <a16:creationId xmlns:a16="http://schemas.microsoft.com/office/drawing/2014/main" id="{0F97E6FC-9662-469D-ADA4-F6D248C45BAE}"/>
              </a:ext>
            </a:extLst>
          </p:cNvPr>
          <p:cNvSpPr>
            <a:spLocks xmlns:a="http://schemas.openxmlformats.org/drawingml/2006/main" noGrp="1"/>
          </p:cNvSpPr>
          <p:nvPr/>
        </p:nvSpPr>
        <p:spPr>
          <a:xfrm xmlns:a="http://schemas.openxmlformats.org/drawingml/2006/main">
            <a:off x="952500" y="22536150"/>
            <a:ext cx="800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Structures &amp; wear</a:t>
            </a:r>
          </a:p>
        </p:txBody>
      </p:sp>
      <p:sp>
        <p:nvSpPr>
          <p:cNvPr id="40" name="">
            <a:extLst xmlns:a="http://schemas.openxmlformats.org/drawingml/2006/main">
              <a:ext uri="{FF2B5EF4-FFF2-40B4-BE49-F238E27FC236}">
                <a16:creationId xmlns:a16="http://schemas.microsoft.com/office/drawing/2014/main" id="{9A5679D8-15AE-482C-959C-78B9FC66980D}"/>
              </a:ext>
            </a:extLst>
          </p:cNvPr>
          <p:cNvSpPr>
            <a:spLocks xmlns:a="http://schemas.openxmlformats.org/drawingml/2006/main" noGrp="1"/>
          </p:cNvSpPr>
          <p:nvPr/>
        </p:nvSpPr>
        <p:spPr>
          <a:xfrm xmlns:a="http://schemas.openxmlformats.org/drawingml/2006/main">
            <a:off x="952500" y="22974300"/>
            <a:ext cx="8001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Component racks, modular frames and orbital platforms make space feel constructed. Scuffed metal suggests repeated use and repair.</a:t>
            </a:r>
          </a:p>
        </p:txBody>
      </p:sp>
      <p:sp>
        <p:nvSpPr>
          <p:cNvPr id="41" name="">
            <a:extLst xmlns:a="http://schemas.openxmlformats.org/drawingml/2006/main">
              <a:ext uri="{FF2B5EF4-FFF2-40B4-BE49-F238E27FC236}">
                <a16:creationId xmlns:a16="http://schemas.microsoft.com/office/drawing/2014/main" id="{5C2136A6-6756-460E-BDDB-FA19D57911F4}"/>
              </a:ext>
            </a:extLst>
          </p:cNvPr>
          <p:cNvSpPr>
            <a:spLocks xmlns:a="http://schemas.openxmlformats.org/drawingml/2006/main" noGrp="1"/>
          </p:cNvSpPr>
          <p:nvPr/>
        </p:nvSpPr>
        <p:spPr>
          <a:xfrm xmlns:a="http://schemas.openxmlformats.org/drawingml/2006/main">
            <a:off x="9525000" y="2253615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Ritual places</a:t>
            </a:r>
          </a:p>
        </p:txBody>
      </p:sp>
      <p:sp>
        <p:nvSpPr>
          <p:cNvPr id="42" name="">
            <a:extLst xmlns:a="http://schemas.openxmlformats.org/drawingml/2006/main">
              <a:ext uri="{FF2B5EF4-FFF2-40B4-BE49-F238E27FC236}">
                <a16:creationId xmlns:a16="http://schemas.microsoft.com/office/drawing/2014/main" id="{DBEA1458-A451-4FE3-A00C-74927E71EF9A}"/>
              </a:ext>
            </a:extLst>
          </p:cNvPr>
          <p:cNvSpPr>
            <a:spLocks xmlns:a="http://schemas.openxmlformats.org/drawingml/2006/main" noGrp="1"/>
          </p:cNvSpPr>
          <p:nvPr/>
        </p:nvSpPr>
        <p:spPr>
          <a:xfrm xmlns:a="http://schemas.openxmlformats.org/drawingml/2006/main">
            <a:off x="9525000" y="22974300"/>
            <a:ext cx="790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The test range is a place to repeat first launch, measurement and return. Cold planetary light contrasts with warm work lights in the bay.</a:t>
            </a:r>
          </a:p>
        </p:txBody>
      </p:sp>
      <p:sp>
        <p:nvSpPr>
          <p:cNvPr id="43" name="">
            <a:extLst xmlns:a="http://schemas.openxmlformats.org/drawingml/2006/main">
              <a:ext uri="{FF2B5EF4-FFF2-40B4-BE49-F238E27FC236}">
                <a16:creationId xmlns:a16="http://schemas.microsoft.com/office/drawing/2014/main" id="{0D7874C6-E34D-4E30-A1DC-D18D0E0D68BE}"/>
              </a:ext>
            </a:extLst>
          </p:cNvPr>
          <p:cNvSpPr>
            <a:spLocks xmlns:a="http://schemas.openxmlformats.org/drawingml/2006/main" noGrp="1"/>
          </p:cNvSpPr>
          <p:nvPr/>
        </p:nvSpPr>
        <p:spPr>
          <a:xfrm xmlns:a="http://schemas.openxmlformats.org/drawingml/2006/main">
            <a:off x="666750" y="25336500"/>
            <a:ext cx="17526000" cy="209550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44" name="">
            <a:extLst xmlns:a="http://schemas.openxmlformats.org/drawingml/2006/main">
              <a:ext uri="{FF2B5EF4-FFF2-40B4-BE49-F238E27FC236}">
                <a16:creationId xmlns:a16="http://schemas.microsoft.com/office/drawing/2014/main" id="{9CB8F890-E703-43F4-B4B1-61C9A05B884C}"/>
              </a:ext>
            </a:extLst>
          </p:cNvPr>
          <p:cNvSpPr>
            <a:spLocks xmlns:a="http://schemas.openxmlformats.org/drawingml/2006/main" noGrp="1"/>
          </p:cNvSpPr>
          <p:nvPr/>
        </p:nvSpPr>
        <p:spPr>
          <a:xfrm xmlns:a="http://schemas.openxmlformats.org/drawingml/2006/main">
            <a:off x="923925" y="2556510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4   Sound / feedback for experiments</a:t>
            </a:r>
          </a:p>
        </p:txBody>
      </p:sp>
      <p:sp>
        <p:nvSpPr>
          <p:cNvPr id="45" name="">
            <a:extLst xmlns:a="http://schemas.openxmlformats.org/drawingml/2006/main">
              <a:ext uri="{FF2B5EF4-FFF2-40B4-BE49-F238E27FC236}">
                <a16:creationId xmlns:a16="http://schemas.microsoft.com/office/drawing/2014/main" id="{0AF2CDA9-C4BD-45FA-BFA9-060A9B353577}"/>
              </a:ext>
            </a:extLst>
          </p:cNvPr>
          <p:cNvSpPr>
            <a:spLocks xmlns:a="http://schemas.openxmlformats.org/drawingml/2006/main" noGrp="1"/>
          </p:cNvSpPr>
          <p:nvPr/>
        </p:nvSpPr>
        <p:spPr>
          <a:xfrm xmlns:a="http://schemas.openxmlformats.org/drawingml/2006/main">
            <a:off x="952500" y="26193750"/>
            <a:ext cx="164782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An equipment hum supports concentration. Placement clicks confirm decisions. Changing engine response makes tests readable. A power warning prompts diagnosis; a clean launch after revision marks progress.</a:t>
            </a:r>
          </a:p>
        </p:txBody>
      </p:sp>
      <p:sp>
        <p:nvSpPr>
          <p:cNvPr id="46" name="">
            <a:extLst xmlns:a="http://schemas.openxmlformats.org/drawingml/2006/main">
              <a:ext uri="{FF2B5EF4-FFF2-40B4-BE49-F238E27FC236}">
                <a16:creationId xmlns:a16="http://schemas.microsoft.com/office/drawing/2014/main" id="{0C6412ED-2746-4BD6-A934-146E3FBAED86}"/>
              </a:ext>
            </a:extLst>
          </p:cNvPr>
          <p:cNvSpPr>
            <a:spLocks xmlns:a="http://schemas.openxmlformats.org/drawingml/2006/main" noGrp="1"/>
          </p:cNvSpPr>
          <p:nvPr/>
        </p:nvSpPr>
        <p:spPr>
          <a:xfrm xmlns:a="http://schemas.openxmlformats.org/drawingml/2006/main">
            <a:off x="666750" y="27717750"/>
            <a:ext cx="17526000" cy="276225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47" name="">
            <a:extLst xmlns:a="http://schemas.openxmlformats.org/drawingml/2006/main">
              <a:ext uri="{FF2B5EF4-FFF2-40B4-BE49-F238E27FC236}">
                <a16:creationId xmlns:a16="http://schemas.microsoft.com/office/drawing/2014/main" id="{4E0253CE-30AF-4101-A6D8-7D851EEFCC70}"/>
              </a:ext>
            </a:extLst>
          </p:cNvPr>
          <p:cNvSpPr>
            <a:spLocks xmlns:a="http://schemas.openxmlformats.org/drawingml/2006/main" noGrp="1"/>
          </p:cNvSpPr>
          <p:nvPr/>
        </p:nvSpPr>
        <p:spPr>
          <a:xfrm xmlns:a="http://schemas.openxmlformats.org/drawingml/2006/main">
            <a:off x="923925" y="27946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5   Look / visible construction</a:t>
            </a:r>
          </a:p>
        </p:txBody>
      </p:sp>
      <p:sp>
        <p:nvSpPr>
          <p:cNvPr id="48" name="">
            <a:extLst xmlns:a="http://schemas.openxmlformats.org/drawingml/2006/main">
              <a:ext uri="{FF2B5EF4-FFF2-40B4-BE49-F238E27FC236}">
                <a16:creationId xmlns:a16="http://schemas.microsoft.com/office/drawing/2014/main" id="{67548DC5-C94E-4887-9F96-6B8987EDD795}"/>
              </a:ext>
            </a:extLst>
          </p:cNvPr>
          <p:cNvSpPr>
            <a:spLocks xmlns:a="http://schemas.openxmlformats.org/drawingml/2006/main" noGrp="1"/>
          </p:cNvSpPr>
          <p:nvPr/>
        </p:nvSpPr>
        <p:spPr>
          <a:xfrm xmlns:a="http://schemas.openxmlformats.org/drawingml/2006/main">
            <a:off x="952500" y="2857500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Shape &amp; material</a:t>
            </a:r>
          </a:p>
        </p:txBody>
      </p:sp>
      <p:sp>
        <p:nvSpPr>
          <p:cNvPr id="49" name="">
            <a:extLst xmlns:a="http://schemas.openxmlformats.org/drawingml/2006/main">
              <a:ext uri="{FF2B5EF4-FFF2-40B4-BE49-F238E27FC236}">
                <a16:creationId xmlns:a16="http://schemas.microsoft.com/office/drawing/2014/main" id="{41B140FC-66F6-4C2B-A868-C914C9119168}"/>
              </a:ext>
            </a:extLst>
          </p:cNvPr>
          <p:cNvSpPr>
            <a:spLocks xmlns:a="http://schemas.openxmlformats.org/drawingml/2006/main" noGrp="1"/>
          </p:cNvSpPr>
          <p:nvPr/>
        </p:nvSpPr>
        <p:spPr>
          <a:xfrm xmlns:a="http://schemas.openxmlformats.org/drawingml/2006/main">
            <a:off x="952500" y="29013150"/>
            <a:ext cx="7905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Modular blocks, exposed joints and clear silhouettes reveal how things fit. Worn panels and work lights suggest practical use.</a:t>
            </a:r>
          </a:p>
        </p:txBody>
      </p:sp>
      <p:sp>
        <p:nvSpPr>
          <p:cNvPr id="50" name="">
            <a:extLst xmlns:a="http://schemas.openxmlformats.org/drawingml/2006/main">
              <a:ext uri="{FF2B5EF4-FFF2-40B4-BE49-F238E27FC236}">
                <a16:creationId xmlns:a16="http://schemas.microsoft.com/office/drawing/2014/main" id="{E9A7E2C5-B608-4EAB-9D0A-1BB24ACEBCFE}"/>
              </a:ext>
            </a:extLst>
          </p:cNvPr>
          <p:cNvSpPr>
            <a:spLocks xmlns:a="http://schemas.openxmlformats.org/drawingml/2006/main" noGrp="1"/>
          </p:cNvSpPr>
          <p:nvPr/>
        </p:nvSpPr>
        <p:spPr>
          <a:xfrm xmlns:a="http://schemas.openxmlformats.org/drawingml/2006/main">
            <a:off x="9525000" y="28575000"/>
            <a:ext cx="790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CB4A4F"/>
                </a:solidFill>
                <a:latin typeface="Arial"/>
                <a:ea typeface="Arial"/>
                <a:cs typeface="Arial"/>
              </a:defRPr>
            </a:defPPr>
            <a:lvl1pPr algn="l">
              <a:defRPr sz="2100" b="1">
                <a:solidFill>
                  <a:srgbClr val="CB4A4F"/>
                </a:solidFill>
                <a:latin typeface="Arial"/>
                <a:ea typeface="Arial"/>
                <a:cs typeface="Arial"/>
              </a:defRPr>
            </a:lvl1pPr>
            <a:lvl2pPr algn="l">
              <a:defRPr sz="2100" b="1">
                <a:solidFill>
                  <a:srgbClr val="CB4A4F"/>
                </a:solidFill>
                <a:latin typeface="Arial"/>
                <a:ea typeface="Arial"/>
                <a:cs typeface="Arial"/>
              </a:defRPr>
            </a:lvl2pPr>
            <a:lvl3pPr algn="l">
              <a:defRPr sz="2100" b="1">
                <a:solidFill>
                  <a:srgbClr val="CB4A4F"/>
                </a:solidFill>
                <a:latin typeface="Arial"/>
                <a:ea typeface="Arial"/>
                <a:cs typeface="Arial"/>
              </a:defRPr>
            </a:lvl3pPr>
            <a:lvl4pPr algn="l">
              <a:defRPr sz="2100" b="1">
                <a:solidFill>
                  <a:srgbClr val="CB4A4F"/>
                </a:solidFill>
                <a:latin typeface="Arial"/>
                <a:ea typeface="Arial"/>
                <a:cs typeface="Arial"/>
              </a:defRPr>
            </a:lvl4pPr>
            <a:lvl5pPr algn="l">
              <a:defRPr sz="2100" b="1">
                <a:solidFill>
                  <a:srgbClr val="CB4A4F"/>
                </a:solidFill>
                <a:latin typeface="Arial"/>
                <a:ea typeface="Arial"/>
                <a:cs typeface="Arial"/>
              </a:defRPr>
            </a:lvl5pPr>
            <a:lvl6pPr algn="l">
              <a:defRPr sz="2100" b="1">
                <a:solidFill>
                  <a:srgbClr val="CB4A4F"/>
                </a:solidFill>
                <a:latin typeface="Arial"/>
                <a:ea typeface="Arial"/>
                <a:cs typeface="Arial"/>
              </a:defRPr>
            </a:lvl6pPr>
            <a:lvl7pPr algn="l">
              <a:defRPr sz="2100" b="1">
                <a:solidFill>
                  <a:srgbClr val="CB4A4F"/>
                </a:solidFill>
                <a:latin typeface="Arial"/>
                <a:ea typeface="Arial"/>
                <a:cs typeface="Arial"/>
              </a:defRPr>
            </a:lvl7pPr>
            <a:lvl8pPr algn="l">
              <a:defRPr sz="2100" b="1">
                <a:solidFill>
                  <a:srgbClr val="CB4A4F"/>
                </a:solidFill>
                <a:latin typeface="Arial"/>
                <a:ea typeface="Arial"/>
                <a:cs typeface="Arial"/>
              </a:defRPr>
            </a:lvl8pPr>
            <a:lvl9pPr algn="l">
              <a:defRPr sz="2100" b="1">
                <a:solidFill>
                  <a:srgbClr val="CB4A4F"/>
                </a:solidFill>
                <a:latin typeface="Arial"/>
                <a:ea typeface="Arial"/>
                <a:cs typeface="Arial"/>
              </a:defRPr>
            </a:lvl9pPr>
          </a:lstStyle>
          <a:p xmlns:a="http://schemas.openxmlformats.org/drawingml/2006/main">
            <a:pPr algn="l">
              <a:defRPr sz="2100" b="1">
                <a:solidFill>
                  <a:srgbClr val="CB4A4F"/>
                </a:solidFill>
                <a:latin typeface="Arial"/>
                <a:ea typeface="Arial"/>
                <a:cs typeface="Arial"/>
              </a:defRPr>
            </a:pPr>
            <a:r>
              <a:rPr sz="2100" b="1">
                <a:solidFill>
                  <a:srgbClr val="CB4A4F"/>
                </a:solidFill>
                <a:latin typeface="Arial"/>
                <a:ea typeface="Arial"/>
                <a:cs typeface="Arial"/>
              </a:rPr>
              <a:t>Color &amp; light</a:t>
            </a:r>
          </a:p>
        </p:txBody>
      </p:sp>
      <p:sp>
        <p:nvSpPr>
          <p:cNvPr id="51" name="">
            <a:extLst xmlns:a="http://schemas.openxmlformats.org/drawingml/2006/main">
              <a:ext uri="{FF2B5EF4-FFF2-40B4-BE49-F238E27FC236}">
                <a16:creationId xmlns:a16="http://schemas.microsoft.com/office/drawing/2014/main" id="{35114BFC-D3EF-40A2-A391-FC0CFCFDA9BA}"/>
              </a:ext>
            </a:extLst>
          </p:cNvPr>
          <p:cNvSpPr>
            <a:spLocks xmlns:a="http://schemas.openxmlformats.org/drawingml/2006/main" noGrp="1"/>
          </p:cNvSpPr>
          <p:nvPr/>
        </p:nvSpPr>
        <p:spPr>
          <a:xfrm xmlns:a="http://schemas.openxmlformats.org/drawingml/2006/main">
            <a:off x="9525000" y="29013150"/>
            <a:ext cx="7905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Graphite and off-white keep parts readable. Cyan identifies tools, amber signals attention and red marks a fault.</a:t>
            </a:r>
          </a:p>
        </p:txBody>
      </p:sp>
      <p:sp>
        <p:nvSpPr>
          <p:cNvPr id="52" name="">
            <a:extLst xmlns:a="http://schemas.openxmlformats.org/drawingml/2006/main">
              <a:ext uri="{FF2B5EF4-FFF2-40B4-BE49-F238E27FC236}">
                <a16:creationId xmlns:a16="http://schemas.microsoft.com/office/drawing/2014/main" id="{1D02E27A-3696-4415-8909-E9C6167C68B7}"/>
              </a:ext>
            </a:extLst>
          </p:cNvPr>
          <p:cNvSpPr>
            <a:spLocks xmlns:a="http://schemas.openxmlformats.org/drawingml/2006/main" noGrp="1"/>
          </p:cNvSpPr>
          <p:nvPr/>
        </p:nvSpPr>
        <p:spPr>
          <a:xfrm xmlns:a="http://schemas.openxmlformats.org/drawingml/2006/main">
            <a:off x="666750" y="30765750"/>
            <a:ext cx="17526000" cy="2476500"/>
          </a:xfrm>
          <a:prstGeom xmlns:a="http://schemas.openxmlformats.org/drawingml/2006/main" prst="rect">
            <a:avLst/>
          </a:prstGeom>
          <a:noFill xmlns:a="http://schemas.openxmlformats.org/drawingml/2006/main"/>
          <a:ln xmlns:a="http://schemas.openxmlformats.org/drawingml/2006/main" w="12383">
            <a:solidFill>
              <a:srgbClr val="C5C5C1"/>
            </a:solidFill>
            <a:prstDash val="solid"/>
          </a:ln>
        </p:spPr>
      </p:sp>
      <p:sp>
        <p:nvSpPr>
          <p:cNvPr id="53" name="">
            <a:extLst xmlns:a="http://schemas.openxmlformats.org/drawingml/2006/main">
              <a:ext uri="{FF2B5EF4-FFF2-40B4-BE49-F238E27FC236}">
                <a16:creationId xmlns:a16="http://schemas.microsoft.com/office/drawing/2014/main" id="{5D8B34B8-5C43-4246-9804-A5DDFEA8913E}"/>
              </a:ext>
            </a:extLst>
          </p:cNvPr>
          <p:cNvSpPr>
            <a:spLocks xmlns:a="http://schemas.openxmlformats.org/drawingml/2006/main" noGrp="1"/>
          </p:cNvSpPr>
          <p:nvPr/>
        </p:nvSpPr>
        <p:spPr>
          <a:xfrm xmlns:a="http://schemas.openxmlformats.org/drawingml/2006/main">
            <a:off x="923925" y="30994350"/>
            <a:ext cx="1700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CB4A4F"/>
                </a:solidFill>
                <a:latin typeface="Arial"/>
                <a:ea typeface="Arial"/>
                <a:cs typeface="Arial"/>
              </a:defRPr>
            </a:defPPr>
            <a:lvl1pPr algn="l">
              <a:defRPr sz="2925" b="1">
                <a:solidFill>
                  <a:srgbClr val="CB4A4F"/>
                </a:solidFill>
                <a:latin typeface="Arial"/>
                <a:ea typeface="Arial"/>
                <a:cs typeface="Arial"/>
              </a:defRPr>
            </a:lvl1pPr>
            <a:lvl2pPr algn="l">
              <a:defRPr sz="2925" b="1">
                <a:solidFill>
                  <a:srgbClr val="CB4A4F"/>
                </a:solidFill>
                <a:latin typeface="Arial"/>
                <a:ea typeface="Arial"/>
                <a:cs typeface="Arial"/>
              </a:defRPr>
            </a:lvl2pPr>
            <a:lvl3pPr algn="l">
              <a:defRPr sz="2925" b="1">
                <a:solidFill>
                  <a:srgbClr val="CB4A4F"/>
                </a:solidFill>
                <a:latin typeface="Arial"/>
                <a:ea typeface="Arial"/>
                <a:cs typeface="Arial"/>
              </a:defRPr>
            </a:lvl3pPr>
            <a:lvl4pPr algn="l">
              <a:defRPr sz="2925" b="1">
                <a:solidFill>
                  <a:srgbClr val="CB4A4F"/>
                </a:solidFill>
                <a:latin typeface="Arial"/>
                <a:ea typeface="Arial"/>
                <a:cs typeface="Arial"/>
              </a:defRPr>
            </a:lvl4pPr>
            <a:lvl5pPr algn="l">
              <a:defRPr sz="2925" b="1">
                <a:solidFill>
                  <a:srgbClr val="CB4A4F"/>
                </a:solidFill>
                <a:latin typeface="Arial"/>
                <a:ea typeface="Arial"/>
                <a:cs typeface="Arial"/>
              </a:defRPr>
            </a:lvl5pPr>
            <a:lvl6pPr algn="l">
              <a:defRPr sz="2925" b="1">
                <a:solidFill>
                  <a:srgbClr val="CB4A4F"/>
                </a:solidFill>
                <a:latin typeface="Arial"/>
                <a:ea typeface="Arial"/>
                <a:cs typeface="Arial"/>
              </a:defRPr>
            </a:lvl6pPr>
            <a:lvl7pPr algn="l">
              <a:defRPr sz="2925" b="1">
                <a:solidFill>
                  <a:srgbClr val="CB4A4F"/>
                </a:solidFill>
                <a:latin typeface="Arial"/>
                <a:ea typeface="Arial"/>
                <a:cs typeface="Arial"/>
              </a:defRPr>
            </a:lvl7pPr>
            <a:lvl8pPr algn="l">
              <a:defRPr sz="2925" b="1">
                <a:solidFill>
                  <a:srgbClr val="CB4A4F"/>
                </a:solidFill>
                <a:latin typeface="Arial"/>
                <a:ea typeface="Arial"/>
                <a:cs typeface="Arial"/>
              </a:defRPr>
            </a:lvl8pPr>
            <a:lvl9pPr algn="l">
              <a:defRPr sz="2925" b="1">
                <a:solidFill>
                  <a:srgbClr val="CB4A4F"/>
                </a:solidFill>
                <a:latin typeface="Arial"/>
                <a:ea typeface="Arial"/>
                <a:cs typeface="Arial"/>
              </a:defRPr>
            </a:lvl9pPr>
          </a:lstStyle>
          <a:p xmlns:a="http://schemas.openxmlformats.org/drawingml/2006/main">
            <a:pPr algn="l">
              <a:defRPr sz="2925" b="1">
                <a:solidFill>
                  <a:srgbClr val="CB4A4F"/>
                </a:solidFill>
                <a:latin typeface="Arial"/>
                <a:ea typeface="Arial"/>
                <a:cs typeface="Arial"/>
              </a:defRPr>
            </a:pPr>
            <a:r>
              <a:rPr sz="2925" b="1">
                <a:solidFill>
                  <a:srgbClr val="CB4A4F"/>
                </a:solidFill>
                <a:latin typeface="Arial"/>
                <a:ea typeface="Arial"/>
                <a:cs typeface="Arial"/>
              </a:rPr>
              <a:t>6   Sources / DIY Maker Culture</a:t>
            </a:r>
          </a:p>
        </p:txBody>
      </p:sp>
      <p:sp>
        <p:nvSpPr>
          <p:cNvPr id="54" name="">
            <a:extLst xmlns:a="http://schemas.openxmlformats.org/drawingml/2006/main">
              <a:ext uri="{FF2B5EF4-FFF2-40B4-BE49-F238E27FC236}">
                <a16:creationId xmlns:a16="http://schemas.microsoft.com/office/drawing/2014/main" id="{3B724706-2082-4764-832B-0B596C98AC47}"/>
              </a:ext>
            </a:extLst>
          </p:cNvPr>
          <p:cNvSpPr>
            <a:spLocks xmlns:a="http://schemas.openxmlformats.org/drawingml/2006/main" noGrp="1"/>
          </p:cNvSpPr>
          <p:nvPr/>
        </p:nvSpPr>
        <p:spPr>
          <a:xfrm xmlns:a="http://schemas.openxmlformats.org/drawingml/2006/main">
            <a:off x="952500" y="31623000"/>
            <a:ext cx="1638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0262A"/>
                </a:solidFill>
                <a:latin typeface="Arial"/>
                <a:ea typeface="Arial"/>
                <a:cs typeface="Arial"/>
              </a:defRPr>
            </a:defPPr>
            <a:lvl1pPr algn="l">
              <a:defRPr sz="2100" b="0">
                <a:solidFill>
                  <a:srgbClr val="20262A"/>
                </a:solidFill>
                <a:latin typeface="Arial"/>
                <a:ea typeface="Arial"/>
                <a:cs typeface="Arial"/>
              </a:defRPr>
            </a:lvl1pPr>
            <a:lvl2pPr algn="l">
              <a:defRPr sz="2100" b="0">
                <a:solidFill>
                  <a:srgbClr val="20262A"/>
                </a:solidFill>
                <a:latin typeface="Arial"/>
                <a:ea typeface="Arial"/>
                <a:cs typeface="Arial"/>
              </a:defRPr>
            </a:lvl2pPr>
            <a:lvl3pPr algn="l">
              <a:defRPr sz="2100" b="0">
                <a:solidFill>
                  <a:srgbClr val="20262A"/>
                </a:solidFill>
                <a:latin typeface="Arial"/>
                <a:ea typeface="Arial"/>
                <a:cs typeface="Arial"/>
              </a:defRPr>
            </a:lvl3pPr>
            <a:lvl4pPr algn="l">
              <a:defRPr sz="2100" b="0">
                <a:solidFill>
                  <a:srgbClr val="20262A"/>
                </a:solidFill>
                <a:latin typeface="Arial"/>
                <a:ea typeface="Arial"/>
                <a:cs typeface="Arial"/>
              </a:defRPr>
            </a:lvl4pPr>
            <a:lvl5pPr algn="l">
              <a:defRPr sz="2100" b="0">
                <a:solidFill>
                  <a:srgbClr val="20262A"/>
                </a:solidFill>
                <a:latin typeface="Arial"/>
                <a:ea typeface="Arial"/>
                <a:cs typeface="Arial"/>
              </a:defRPr>
            </a:lvl5pPr>
            <a:lvl6pPr algn="l">
              <a:defRPr sz="2100" b="0">
                <a:solidFill>
                  <a:srgbClr val="20262A"/>
                </a:solidFill>
                <a:latin typeface="Arial"/>
                <a:ea typeface="Arial"/>
                <a:cs typeface="Arial"/>
              </a:defRPr>
            </a:lvl6pPr>
            <a:lvl7pPr algn="l">
              <a:defRPr sz="2100" b="0">
                <a:solidFill>
                  <a:srgbClr val="20262A"/>
                </a:solidFill>
                <a:latin typeface="Arial"/>
                <a:ea typeface="Arial"/>
                <a:cs typeface="Arial"/>
              </a:defRPr>
            </a:lvl7pPr>
            <a:lvl8pPr algn="l">
              <a:defRPr sz="2100" b="0">
                <a:solidFill>
                  <a:srgbClr val="20262A"/>
                </a:solidFill>
                <a:latin typeface="Arial"/>
                <a:ea typeface="Arial"/>
                <a:cs typeface="Arial"/>
              </a:defRPr>
            </a:lvl8pPr>
            <a:lvl9pPr algn="l">
              <a:defRPr sz="2100" b="0">
                <a:solidFill>
                  <a:srgbClr val="20262A"/>
                </a:solidFill>
                <a:latin typeface="Arial"/>
                <a:ea typeface="Arial"/>
                <a:cs typeface="Arial"/>
              </a:defRPr>
            </a:lvl9pPr>
          </a:lstStyle>
          <a:p xmlns:a="http://schemas.openxmlformats.org/drawingml/2006/main">
            <a:pPr algn="l">
              <a:defRPr sz="2100" b="0">
                <a:solidFill>
                  <a:srgbClr val="20262A"/>
                </a:solidFill>
                <a:latin typeface="Arial"/>
                <a:ea typeface="Arial"/>
                <a:cs typeface="Arial"/>
              </a:defRPr>
            </a:pPr>
            <a:r>
              <a:rPr sz="2100" b="0">
                <a:solidFill>
                  <a:srgbClr val="20262A"/>
                </a:solidFill>
                <a:latin typeface="Arial"/>
                <a:ea typeface="Arial"/>
                <a:cs typeface="Arial"/>
              </a:rPr>
              <a:t>DIY Maker Culture comes from hands-on workshops and makerspaces, represented by Maker Faire and student machine shops, with Robocraft, Reassembly and Minecraft as game references for player-built creations.</a:t>
            </a:r>
          </a:p>
        </p:txBody>
      </p:sp>
      <p:sp>
        <p:nvSpPr>
          <p:cNvPr id="55" name="">
            <a:extLst xmlns:a="http://schemas.openxmlformats.org/drawingml/2006/main">
              <a:ext uri="{FF2B5EF4-FFF2-40B4-BE49-F238E27FC236}">
                <a16:creationId xmlns:a16="http://schemas.microsoft.com/office/drawing/2014/main" id="{5ADF15D8-4BE5-493C-9107-7E61417F30B9}"/>
              </a:ext>
            </a:extLst>
          </p:cNvPr>
          <p:cNvSpPr>
            <a:spLocks xmlns:a="http://schemas.openxmlformats.org/drawingml/2006/main" noGrp="1"/>
          </p:cNvSpPr>
          <p:nvPr/>
        </p:nvSpPr>
        <p:spPr>
          <a:xfrm xmlns:a="http://schemas.openxmlformats.org/drawingml/2006/main">
            <a:off x="952500" y="32680275"/>
            <a:ext cx="16478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177"/>
                </a:solidFill>
                <a:latin typeface="Arial"/>
                <a:ea typeface="Arial"/>
                <a:cs typeface="Arial"/>
              </a:defRPr>
            </a:defPPr>
            <a:lvl1pPr algn="l">
              <a:defRPr sz="1725" b="0">
                <a:solidFill>
                  <a:srgbClr val="657177"/>
                </a:solidFill>
                <a:latin typeface="Arial"/>
                <a:ea typeface="Arial"/>
                <a:cs typeface="Arial"/>
              </a:defRPr>
            </a:lvl1pPr>
            <a:lvl2pPr algn="l">
              <a:defRPr sz="1725" b="0">
                <a:solidFill>
                  <a:srgbClr val="657177"/>
                </a:solidFill>
                <a:latin typeface="Arial"/>
                <a:ea typeface="Arial"/>
                <a:cs typeface="Arial"/>
              </a:defRPr>
            </a:lvl2pPr>
            <a:lvl3pPr algn="l">
              <a:defRPr sz="1725" b="0">
                <a:solidFill>
                  <a:srgbClr val="657177"/>
                </a:solidFill>
                <a:latin typeface="Arial"/>
                <a:ea typeface="Arial"/>
                <a:cs typeface="Arial"/>
              </a:defRPr>
            </a:lvl3pPr>
            <a:lvl4pPr algn="l">
              <a:defRPr sz="1725" b="0">
                <a:solidFill>
                  <a:srgbClr val="657177"/>
                </a:solidFill>
                <a:latin typeface="Arial"/>
                <a:ea typeface="Arial"/>
                <a:cs typeface="Arial"/>
              </a:defRPr>
            </a:lvl4pPr>
            <a:lvl5pPr algn="l">
              <a:defRPr sz="1725" b="0">
                <a:solidFill>
                  <a:srgbClr val="657177"/>
                </a:solidFill>
                <a:latin typeface="Arial"/>
                <a:ea typeface="Arial"/>
                <a:cs typeface="Arial"/>
              </a:defRPr>
            </a:lvl5pPr>
            <a:lvl6pPr algn="l">
              <a:defRPr sz="1725" b="0">
                <a:solidFill>
                  <a:srgbClr val="657177"/>
                </a:solidFill>
                <a:latin typeface="Arial"/>
                <a:ea typeface="Arial"/>
                <a:cs typeface="Arial"/>
              </a:defRPr>
            </a:lvl6pPr>
            <a:lvl7pPr algn="l">
              <a:defRPr sz="1725" b="0">
                <a:solidFill>
                  <a:srgbClr val="657177"/>
                </a:solidFill>
                <a:latin typeface="Arial"/>
                <a:ea typeface="Arial"/>
                <a:cs typeface="Arial"/>
              </a:defRPr>
            </a:lvl7pPr>
            <a:lvl8pPr algn="l">
              <a:defRPr sz="1725" b="0">
                <a:solidFill>
                  <a:srgbClr val="657177"/>
                </a:solidFill>
                <a:latin typeface="Arial"/>
                <a:ea typeface="Arial"/>
                <a:cs typeface="Arial"/>
              </a:defRPr>
            </a:lvl8pPr>
            <a:lvl9pPr algn="l">
              <a:defRPr sz="1725" b="0">
                <a:solidFill>
                  <a:srgbClr val="657177"/>
                </a:solidFill>
                <a:latin typeface="Arial"/>
                <a:ea typeface="Arial"/>
                <a:cs typeface="Arial"/>
              </a:defRPr>
            </a:lvl9pPr>
          </a:lstStyle>
          <a:p xmlns:a="http://schemas.openxmlformats.org/drawingml/2006/main">
            <a:pPr algn="l">
              <a:defRPr sz="1725" b="0">
                <a:solidFill>
                  <a:srgbClr val="657177"/>
                </a:solidFill>
                <a:latin typeface="Arial"/>
                <a:ea typeface="Arial"/>
                <a:cs typeface="Arial"/>
              </a:defRPr>
            </a:pPr>
            <a:r>
              <a:rPr sz="1725" b="0">
                <a:solidFill>
                  <a:srgbClr val="657177"/>
                </a:solidFill>
                <a:latin typeface="Arial"/>
                <a:ea typeface="Arial"/>
                <a:cs typeface="Arial"/>
              </a:rPr>
              <a:t>Culture: Maker Faire, Mission </a:t>
            </a:r>
            <a:r>
              <a:rPr sz="1725" b="0">
                <a:solidFill>
                  <a:srgbClr val="657177"/>
                </a:solidFill>
                <a:latin typeface="Arial"/>
                <a:ea typeface="Arial"/>
                <a:cs typeface="Arial"/>
                <a:hlinkClick xmlns:r="http://schemas.openxmlformats.org/officeDocument/2006/relationships" r:id="R8b540ddad7be4744"/>
              </a:rPr>
              <a:t>[7]</a:t>
            </a:r>
            <a:r>
              <a:rPr sz="1725" b="0">
                <a:solidFill>
                  <a:srgbClr val="657177"/>
                </a:solidFill>
                <a:latin typeface="Arial"/>
                <a:ea typeface="Arial"/>
                <a:cs typeface="Arial"/>
              </a:rPr>
              <a:t>. Workshop rule: CMU, Makerspace Safety Program </a:t>
            </a:r>
            <a:r>
              <a:rPr sz="1725" b="0">
                <a:solidFill>
                  <a:srgbClr val="657177"/>
                </a:solidFill>
                <a:latin typeface="Arial"/>
                <a:ea typeface="Arial"/>
                <a:cs typeface="Arial"/>
                <a:hlinkClick xmlns:r="http://schemas.openxmlformats.org/officeDocument/2006/relationships" r:id="R9d4b4d9e0a9e4eca"/>
              </a:rPr>
              <a:t>[8]</a:t>
            </a:r>
            <a:r>
              <a:rPr sz="1725" b="0">
                <a:solidFill>
                  <a:srgbClr val="657177"/>
                </a:solidFill>
                <a:latin typeface="Arial"/>
                <a:ea typeface="Arial"/>
                <a:cs typeface="Arial"/>
              </a:rPr>
              <a:t>.</a:t>
            </a:r>
          </a:p>
        </p:txBody>
      </p:sp>
      <p:sp>
        <p:nvSpPr>
          <p:cNvPr id="56" name="">
            <a:extLst xmlns:a="http://schemas.openxmlformats.org/drawingml/2006/main">
              <a:ext uri="{FF2B5EF4-FFF2-40B4-BE49-F238E27FC236}">
                <a16:creationId xmlns:a16="http://schemas.microsoft.com/office/drawing/2014/main" id="{D261A133-4322-4835-B80C-2D2A3F599CA3}"/>
              </a:ext>
            </a:extLst>
          </p:cNvPr>
          <p:cNvSpPr>
            <a:spLocks xmlns:a="http://schemas.openxmlformats.org/drawingml/2006/main" noGrp="1"/>
          </p:cNvSpPr>
          <p:nvPr/>
        </p:nvSpPr>
        <p:spPr>
          <a:xfrm xmlns:a="http://schemas.openxmlformats.org/drawingml/2006/main">
            <a:off x="18859500" y="6048375"/>
            <a:ext cx="895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CB4A4F"/>
                </a:solidFill>
                <a:latin typeface="Arial"/>
                <a:ea typeface="Arial"/>
                <a:cs typeface="Arial"/>
              </a:defRPr>
            </a:defPPr>
            <a:lvl1pPr algn="l">
              <a:defRPr sz="2550" b="1">
                <a:solidFill>
                  <a:srgbClr val="CB4A4F"/>
                </a:solidFill>
                <a:latin typeface="Arial"/>
                <a:ea typeface="Arial"/>
                <a:cs typeface="Arial"/>
              </a:defRPr>
            </a:lvl1pPr>
            <a:lvl2pPr algn="l">
              <a:defRPr sz="2550" b="1">
                <a:solidFill>
                  <a:srgbClr val="CB4A4F"/>
                </a:solidFill>
                <a:latin typeface="Arial"/>
                <a:ea typeface="Arial"/>
                <a:cs typeface="Arial"/>
              </a:defRPr>
            </a:lvl2pPr>
            <a:lvl3pPr algn="l">
              <a:defRPr sz="2550" b="1">
                <a:solidFill>
                  <a:srgbClr val="CB4A4F"/>
                </a:solidFill>
                <a:latin typeface="Arial"/>
                <a:ea typeface="Arial"/>
                <a:cs typeface="Arial"/>
              </a:defRPr>
            </a:lvl3pPr>
            <a:lvl4pPr algn="l">
              <a:defRPr sz="2550" b="1">
                <a:solidFill>
                  <a:srgbClr val="CB4A4F"/>
                </a:solidFill>
                <a:latin typeface="Arial"/>
                <a:ea typeface="Arial"/>
                <a:cs typeface="Arial"/>
              </a:defRPr>
            </a:lvl4pPr>
            <a:lvl5pPr algn="l">
              <a:defRPr sz="2550" b="1">
                <a:solidFill>
                  <a:srgbClr val="CB4A4F"/>
                </a:solidFill>
                <a:latin typeface="Arial"/>
                <a:ea typeface="Arial"/>
                <a:cs typeface="Arial"/>
              </a:defRPr>
            </a:lvl5pPr>
            <a:lvl6pPr algn="l">
              <a:defRPr sz="2550" b="1">
                <a:solidFill>
                  <a:srgbClr val="CB4A4F"/>
                </a:solidFill>
                <a:latin typeface="Arial"/>
                <a:ea typeface="Arial"/>
                <a:cs typeface="Arial"/>
              </a:defRPr>
            </a:lvl6pPr>
            <a:lvl7pPr algn="l">
              <a:defRPr sz="2550" b="1">
                <a:solidFill>
                  <a:srgbClr val="CB4A4F"/>
                </a:solidFill>
                <a:latin typeface="Arial"/>
                <a:ea typeface="Arial"/>
                <a:cs typeface="Arial"/>
              </a:defRPr>
            </a:lvl7pPr>
            <a:lvl8pPr algn="l">
              <a:defRPr sz="2550" b="1">
                <a:solidFill>
                  <a:srgbClr val="CB4A4F"/>
                </a:solidFill>
                <a:latin typeface="Arial"/>
                <a:ea typeface="Arial"/>
                <a:cs typeface="Arial"/>
              </a:defRPr>
            </a:lvl8pPr>
            <a:lvl9pPr algn="l">
              <a:defRPr sz="2550" b="1">
                <a:solidFill>
                  <a:srgbClr val="CB4A4F"/>
                </a:solidFill>
                <a:latin typeface="Arial"/>
                <a:ea typeface="Arial"/>
                <a:cs typeface="Arial"/>
              </a:defRPr>
            </a:lvl9pPr>
          </a:lstStyle>
          <a:p xmlns:a="http://schemas.openxmlformats.org/drawingml/2006/main">
            <a:pPr algn="l">
              <a:defRPr sz="2550" b="1">
                <a:solidFill>
                  <a:srgbClr val="CB4A4F"/>
                </a:solidFill>
                <a:latin typeface="Arial"/>
                <a:ea typeface="Arial"/>
                <a:cs typeface="Arial"/>
              </a:defRPr>
            </a:pPr>
            <a:r>
              <a:rPr sz="2550" b="1">
                <a:solidFill>
                  <a:srgbClr val="CB4A4F"/>
                </a:solidFill>
                <a:latin typeface="Arial"/>
                <a:ea typeface="Arial"/>
                <a:cs typeface="Arial"/>
              </a:rPr>
              <a:t>DIY CONSTRUCTION / GAME REFERENCES</a:t>
            </a:r>
          </a:p>
        </p:txBody>
      </p:sp>
      <p:pic>
        <p:nvPicPr>
          <p:cNvPr id="57" name="">
            <a:extLst xmlns:a="http://schemas.openxmlformats.org/drawingml/2006/main">
              <a:ext uri="{FF2B5EF4-FFF2-40B4-BE49-F238E27FC236}">
                <a16:creationId xmlns:a16="http://schemas.microsoft.com/office/drawing/2014/main" id="{142E4312-DD91-4223-8824-1BCAFC9CBFC0}"/>
              </a:ext>
            </a:extLst>
          </p:cNvPr>
          <p:cNvPicPr>
            <a:picLocks xmlns:a="http://schemas.openxmlformats.org/drawingml/2006/main" noChangeAspect="1"/>
          </p:cNvPicPr>
          <p:nvPr/>
        </p:nvPicPr>
        <p:blipFill>
          <a:blip xmlns:r="http://schemas.openxmlformats.org/officeDocument/2006/relationships" xmlns:a="http://schemas.openxmlformats.org/drawingml/2006/main" r:embed="R82bcdecd5bda4409"/>
          <a:srcRect xmlns:a="http://schemas.openxmlformats.org/drawingml/2006/main" l="0" t="3216" r="0" b="3216"/>
          <a:stretch xmlns:a="http://schemas.openxmlformats.org/drawingml/2006/main">
            <a:fillRect l="0" t="0" r="0" b="0"/>
          </a:stretch>
        </p:blipFill>
        <p:spPr>
          <a:xfrm xmlns:a="http://schemas.openxmlformats.org/drawingml/2006/main">
            <a:off x="18859500" y="6810375"/>
            <a:ext cx="9048750" cy="4762500"/>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C84EFF30-F35C-453E-8333-0B5B9F8967BD}"/>
              </a:ext>
            </a:extLst>
          </p:cNvPr>
          <p:cNvSpPr>
            <a:spLocks xmlns:a="http://schemas.openxmlformats.org/drawingml/2006/main" noGrp="1"/>
          </p:cNvSpPr>
          <p:nvPr/>
        </p:nvSpPr>
        <p:spPr>
          <a:xfrm xmlns:a="http://schemas.openxmlformats.org/drawingml/2006/main">
            <a:off x="18859500" y="11744325"/>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REASSEMBLY </a:t>
            </a:r>
            <a:r>
              <a:rPr sz="2175" b="1">
                <a:solidFill>
                  <a:srgbClr val="20262A"/>
                </a:solidFill>
                <a:latin typeface="Arial"/>
                <a:ea typeface="Arial"/>
                <a:cs typeface="Arial"/>
                <a:hlinkClick xmlns:r="http://schemas.openxmlformats.org/officeDocument/2006/relationships" r:id="R83f0a8a961794847"/>
              </a:rPr>
              <a:t>[1]</a:t>
            </a:r>
          </a:p>
        </p:txBody>
      </p:sp>
      <p:sp>
        <p:nvSpPr>
          <p:cNvPr id="59" name="">
            <a:extLst xmlns:a="http://schemas.openxmlformats.org/drawingml/2006/main">
              <a:ext uri="{FF2B5EF4-FFF2-40B4-BE49-F238E27FC236}">
                <a16:creationId xmlns:a16="http://schemas.microsoft.com/office/drawing/2014/main" id="{C14D3E84-A18E-4B0F-8152-9EDECA4CAD31}"/>
              </a:ext>
            </a:extLst>
          </p:cNvPr>
          <p:cNvSpPr>
            <a:spLocks xmlns:a="http://schemas.openxmlformats.org/drawingml/2006/main" noGrp="1"/>
          </p:cNvSpPr>
          <p:nvPr/>
        </p:nvSpPr>
        <p:spPr>
          <a:xfrm xmlns:a="http://schemas.openxmlformats.org/drawingml/2006/main">
            <a:off x="18859500" y="12153900"/>
            <a:ext cx="904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A ship made from visible parts. Construction choices remain legible during battle.</a:t>
            </a:r>
          </a:p>
        </p:txBody>
      </p:sp>
      <p:pic>
        <p:nvPicPr>
          <p:cNvPr id="60" name="">
            <a:extLst xmlns:a="http://schemas.openxmlformats.org/drawingml/2006/main">
              <a:ext uri="{FF2B5EF4-FFF2-40B4-BE49-F238E27FC236}">
                <a16:creationId xmlns:a16="http://schemas.microsoft.com/office/drawing/2014/main" id="{0BEDC41B-DF97-4447-8A39-D9BAF90B8E30}"/>
              </a:ext>
            </a:extLst>
          </p:cNvPr>
          <p:cNvPicPr>
            <a:picLocks xmlns:a="http://schemas.openxmlformats.org/drawingml/2006/main" noChangeAspect="1"/>
          </p:cNvPicPr>
          <p:nvPr/>
        </p:nvPicPr>
        <p:blipFill>
          <a:blip xmlns:r="http://schemas.openxmlformats.org/officeDocument/2006/relationships" xmlns:a="http://schemas.openxmlformats.org/drawingml/2006/main" r:embed="Rd8e98e9d7074410f"/>
          <a:srcRect xmlns:a="http://schemas.openxmlformats.org/drawingml/2006/main" l="10710" t="0" r="10710" b="0"/>
          <a:stretch xmlns:a="http://schemas.openxmlformats.org/drawingml/2006/main">
            <a:fillRect l="0" t="0" r="0" b="0"/>
          </a:stretch>
        </p:blipFill>
        <p:spPr>
          <a:xfrm xmlns:a="http://schemas.openxmlformats.org/drawingml/2006/main">
            <a:off x="18859500" y="13287375"/>
            <a:ext cx="4391025" cy="3143250"/>
          </a:xfrm>
          <a:prstGeom xmlns:a="http://schemas.openxmlformats.org/drawingml/2006/main" prst="rect">
            <a:avLst/>
          </a:prstGeom>
        </p:spPr>
      </p:pic>
      <p:pic>
        <p:nvPicPr>
          <p:cNvPr id="61" name="">
            <a:extLst xmlns:a="http://schemas.openxmlformats.org/drawingml/2006/main">
              <a:ext uri="{FF2B5EF4-FFF2-40B4-BE49-F238E27FC236}">
                <a16:creationId xmlns:a16="http://schemas.microsoft.com/office/drawing/2014/main" id="{C95E91F4-52C8-4721-B427-0EB11D4D2073}"/>
              </a:ext>
            </a:extLst>
          </p:cNvPr>
          <p:cNvPicPr>
            <a:picLocks xmlns:a="http://schemas.openxmlformats.org/drawingml/2006/main" noChangeAspect="1"/>
          </p:cNvPicPr>
          <p:nvPr/>
        </p:nvPicPr>
        <p:blipFill>
          <a:blip xmlns:r="http://schemas.openxmlformats.org/officeDocument/2006/relationships" xmlns:a="http://schemas.openxmlformats.org/drawingml/2006/main" r:embed="R1215f26a3f9940c8"/>
          <a:srcRect xmlns:a="http://schemas.openxmlformats.org/drawingml/2006/main" l="15076" t="0" r="15076" b="0"/>
          <a:stretch xmlns:a="http://schemas.openxmlformats.org/drawingml/2006/main">
            <a:fillRect l="0" t="0" r="0" b="0"/>
          </a:stretch>
        </p:blipFill>
        <p:spPr>
          <a:xfrm xmlns:a="http://schemas.openxmlformats.org/drawingml/2006/main">
            <a:off x="23517225" y="13287375"/>
            <a:ext cx="4391025" cy="314325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4EE74FF4-006F-454D-9CAC-A56715554843}"/>
              </a:ext>
            </a:extLst>
          </p:cNvPr>
          <p:cNvSpPr>
            <a:spLocks xmlns:a="http://schemas.openxmlformats.org/drawingml/2006/main" noGrp="1"/>
          </p:cNvSpPr>
          <p:nvPr/>
        </p:nvSpPr>
        <p:spPr>
          <a:xfrm xmlns:a="http://schemas.openxmlformats.org/drawingml/2006/main">
            <a:off x="18859500" y="166116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ROBOCRAFT </a:t>
            </a:r>
            <a:r>
              <a:rPr sz="2175" b="1">
                <a:solidFill>
                  <a:srgbClr val="20262A"/>
                </a:solidFill>
                <a:latin typeface="Arial"/>
                <a:ea typeface="Arial"/>
                <a:cs typeface="Arial"/>
                <a:hlinkClick xmlns:r="http://schemas.openxmlformats.org/officeDocument/2006/relationships" r:id="R9fea5cc35534464e"/>
              </a:rPr>
              <a:t>[2]</a:t>
            </a:r>
          </a:p>
        </p:txBody>
      </p:sp>
      <p:sp>
        <p:nvSpPr>
          <p:cNvPr id="63" name="">
            <a:extLst xmlns:a="http://schemas.openxmlformats.org/drawingml/2006/main">
              <a:ext uri="{FF2B5EF4-FFF2-40B4-BE49-F238E27FC236}">
                <a16:creationId xmlns:a16="http://schemas.microsoft.com/office/drawing/2014/main" id="{10C93F1B-86B7-4C2C-B04B-1A31027035D8}"/>
              </a:ext>
            </a:extLst>
          </p:cNvPr>
          <p:cNvSpPr>
            <a:spLocks xmlns:a="http://schemas.openxmlformats.org/drawingml/2006/main" noGrp="1"/>
          </p:cNvSpPr>
          <p:nvPr/>
        </p:nvSpPr>
        <p:spPr>
          <a:xfrm xmlns:a="http://schemas.openxmlformats.org/drawingml/2006/main">
            <a:off x="18859500" y="170211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A custom machine becomes a vehicle you can pilot.</a:t>
            </a:r>
          </a:p>
        </p:txBody>
      </p:sp>
      <p:sp>
        <p:nvSpPr>
          <p:cNvPr id="64" name="">
            <a:extLst xmlns:a="http://schemas.openxmlformats.org/drawingml/2006/main">
              <a:ext uri="{FF2B5EF4-FFF2-40B4-BE49-F238E27FC236}">
                <a16:creationId xmlns:a16="http://schemas.microsoft.com/office/drawing/2014/main" id="{99B5C6F8-A59D-40AD-ADD4-C23A307C5F59}"/>
              </a:ext>
            </a:extLst>
          </p:cNvPr>
          <p:cNvSpPr>
            <a:spLocks xmlns:a="http://schemas.openxmlformats.org/drawingml/2006/main" noGrp="1"/>
          </p:cNvSpPr>
          <p:nvPr/>
        </p:nvSpPr>
        <p:spPr>
          <a:xfrm xmlns:a="http://schemas.openxmlformats.org/drawingml/2006/main">
            <a:off x="23517225" y="166116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MINECRAFT </a:t>
            </a:r>
            <a:r>
              <a:rPr sz="2175" b="1">
                <a:solidFill>
                  <a:srgbClr val="20262A"/>
                </a:solidFill>
                <a:latin typeface="Arial"/>
                <a:ea typeface="Arial"/>
                <a:cs typeface="Arial"/>
                <a:hlinkClick xmlns:r="http://schemas.openxmlformats.org/officeDocument/2006/relationships" r:id="R041420601bd44038"/>
              </a:rPr>
              <a:t>[3]</a:t>
            </a:r>
          </a:p>
        </p:txBody>
      </p:sp>
      <p:sp>
        <p:nvSpPr>
          <p:cNvPr id="65" name="">
            <a:extLst xmlns:a="http://schemas.openxmlformats.org/drawingml/2006/main">
              <a:ext uri="{FF2B5EF4-FFF2-40B4-BE49-F238E27FC236}">
                <a16:creationId xmlns:a16="http://schemas.microsoft.com/office/drawing/2014/main" id="{78286D08-B41E-4677-960A-7401603638A5}"/>
              </a:ext>
            </a:extLst>
          </p:cNvPr>
          <p:cNvSpPr>
            <a:spLocks xmlns:a="http://schemas.openxmlformats.org/drawingml/2006/main" noGrp="1"/>
          </p:cNvSpPr>
          <p:nvPr/>
        </p:nvSpPr>
        <p:spPr>
          <a:xfrm xmlns:a="http://schemas.openxmlformats.org/drawingml/2006/main">
            <a:off x="23517225" y="170211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Personal expression through blocks. Build: Mr_Mega_Mango.</a:t>
            </a:r>
          </a:p>
        </p:txBody>
      </p:sp>
      <p:pic>
        <p:nvPicPr>
          <p:cNvPr id="66" name="">
            <a:extLst xmlns:a="http://schemas.openxmlformats.org/drawingml/2006/main">
              <a:ext uri="{FF2B5EF4-FFF2-40B4-BE49-F238E27FC236}">
                <a16:creationId xmlns:a16="http://schemas.microsoft.com/office/drawing/2014/main" id="{8D3B73CE-E60E-44C1-A49E-FE11224B87A6}"/>
              </a:ext>
            </a:extLst>
          </p:cNvPr>
          <p:cNvPicPr>
            <a:picLocks xmlns:a="http://schemas.openxmlformats.org/drawingml/2006/main" noChangeAspect="1"/>
          </p:cNvPicPr>
          <p:nvPr/>
        </p:nvPicPr>
        <p:blipFill>
          <a:blip xmlns:r="http://schemas.openxmlformats.org/officeDocument/2006/relationships" xmlns:a="http://schemas.openxmlformats.org/drawingml/2006/main" r:embed="R24fde6e87345418f"/>
          <a:srcRect xmlns:a="http://schemas.openxmlformats.org/drawingml/2006/main" l="0" t="5088" r="0" b="5088"/>
          <a:stretch xmlns:a="http://schemas.openxmlformats.org/drawingml/2006/main">
            <a:fillRect l="0" t="0" r="0" b="0"/>
          </a:stretch>
        </p:blipFill>
        <p:spPr>
          <a:xfrm xmlns:a="http://schemas.openxmlformats.org/drawingml/2006/main">
            <a:off x="18859500" y="18288000"/>
            <a:ext cx="9048750" cy="45720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5326E769-704E-4009-B5C0-091DDCF2A790}"/>
              </a:ext>
            </a:extLst>
          </p:cNvPr>
          <p:cNvSpPr>
            <a:spLocks xmlns:a="http://schemas.openxmlformats.org/drawingml/2006/main" noGrp="1"/>
          </p:cNvSpPr>
          <p:nvPr/>
        </p:nvSpPr>
        <p:spPr>
          <a:xfrm xmlns:a="http://schemas.openxmlformats.org/drawingml/2006/main">
            <a:off x="18859500" y="2305050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COSMOTEER </a:t>
            </a:r>
            <a:r>
              <a:rPr sz="2175" b="1">
                <a:solidFill>
                  <a:srgbClr val="20262A"/>
                </a:solidFill>
                <a:latin typeface="Arial"/>
                <a:ea typeface="Arial"/>
                <a:cs typeface="Arial"/>
                <a:hlinkClick xmlns:r="http://schemas.openxmlformats.org/officeDocument/2006/relationships" r:id="Raf133967000448f2"/>
              </a:rPr>
              <a:t>[4]</a:t>
            </a:r>
          </a:p>
        </p:txBody>
      </p:sp>
      <p:sp>
        <p:nvSpPr>
          <p:cNvPr id="68" name="">
            <a:extLst xmlns:a="http://schemas.openxmlformats.org/drawingml/2006/main">
              <a:ext uri="{FF2B5EF4-FFF2-40B4-BE49-F238E27FC236}">
                <a16:creationId xmlns:a16="http://schemas.microsoft.com/office/drawing/2014/main" id="{22B33E37-C695-426E-B812-6B476ECC2A0D}"/>
              </a:ext>
            </a:extLst>
          </p:cNvPr>
          <p:cNvSpPr>
            <a:spLocks xmlns:a="http://schemas.openxmlformats.org/drawingml/2006/main" noGrp="1"/>
          </p:cNvSpPr>
          <p:nvPr/>
        </p:nvSpPr>
        <p:spPr>
          <a:xfrm xmlns:a="http://schemas.openxmlformats.org/drawingml/2006/main">
            <a:off x="18859500" y="23460075"/>
            <a:ext cx="9048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Readable interiors and functional modules connect the look of a ship with its operation.</a:t>
            </a:r>
          </a:p>
        </p:txBody>
      </p:sp>
      <p:pic>
        <p:nvPicPr>
          <p:cNvPr id="69" name="">
            <a:extLst xmlns:a="http://schemas.openxmlformats.org/drawingml/2006/main">
              <a:ext uri="{FF2B5EF4-FFF2-40B4-BE49-F238E27FC236}">
                <a16:creationId xmlns:a16="http://schemas.microsoft.com/office/drawing/2014/main" id="{E7A736B2-7393-4A16-B537-F5FE3493080A}"/>
              </a:ext>
            </a:extLst>
          </p:cNvPr>
          <p:cNvPicPr>
            <a:picLocks xmlns:a="http://schemas.openxmlformats.org/drawingml/2006/main" noChangeAspect="1"/>
          </p:cNvPicPr>
          <p:nvPr/>
        </p:nvPicPr>
        <p:blipFill>
          <a:blip xmlns:r="http://schemas.openxmlformats.org/officeDocument/2006/relationships" xmlns:a="http://schemas.openxmlformats.org/drawingml/2006/main" r:embed="Rc5d32901d88d4e66"/>
          <a:srcRect xmlns:a="http://schemas.openxmlformats.org/drawingml/2006/main" l="10628" t="0" r="10628" b="0"/>
          <a:stretch xmlns:a="http://schemas.openxmlformats.org/drawingml/2006/main">
            <a:fillRect l="0" t="0" r="0" b="0"/>
          </a:stretch>
        </p:blipFill>
        <p:spPr>
          <a:xfrm xmlns:a="http://schemas.openxmlformats.org/drawingml/2006/main">
            <a:off x="18859500" y="24669750"/>
            <a:ext cx="4391025" cy="3143250"/>
          </a:xfrm>
          <a:prstGeom xmlns:a="http://schemas.openxmlformats.org/drawingml/2006/main" prst="rect">
            <a:avLst/>
          </a:prstGeom>
        </p:spPr>
      </p:pic>
      <p:pic>
        <p:nvPicPr>
          <p:cNvPr id="70" name="">
            <a:extLst xmlns:a="http://schemas.openxmlformats.org/drawingml/2006/main">
              <a:ext uri="{FF2B5EF4-FFF2-40B4-BE49-F238E27FC236}">
                <a16:creationId xmlns:a16="http://schemas.microsoft.com/office/drawing/2014/main" id="{9BDB5C7D-9605-4D35-992E-8F520A0C37C0}"/>
              </a:ext>
            </a:extLst>
          </p:cNvPr>
          <p:cNvPicPr>
            <a:picLocks xmlns:a="http://schemas.openxmlformats.org/drawingml/2006/main" noChangeAspect="1"/>
          </p:cNvPicPr>
          <p:nvPr/>
        </p:nvPicPr>
        <p:blipFill>
          <a:blip xmlns:r="http://schemas.openxmlformats.org/officeDocument/2006/relationships" xmlns:a="http://schemas.openxmlformats.org/drawingml/2006/main" r:embed="Reb0c1085d8314e65"/>
          <a:stretch xmlns:a="http://schemas.openxmlformats.org/drawingml/2006/main"/>
        </p:blipFill>
        <p:spPr>
          <a:xfrm xmlns:a="http://schemas.openxmlformats.org/drawingml/2006/main">
            <a:off x="23517225" y="25006399"/>
            <a:ext cx="4391025" cy="2469952"/>
          </a:xfrm>
          <a:prstGeom xmlns:a="http://schemas.openxmlformats.org/drawingml/2006/main" prst="rect">
            <a:avLst/>
          </a:prstGeom>
        </p:spPr>
      </p:pic>
      <p:sp>
        <p:nvSpPr>
          <p:cNvPr id="71" name="">
            <a:extLst xmlns:a="http://schemas.openxmlformats.org/drawingml/2006/main">
              <a:ext uri="{FF2B5EF4-FFF2-40B4-BE49-F238E27FC236}">
                <a16:creationId xmlns:a16="http://schemas.microsoft.com/office/drawing/2014/main" id="{5ADEAA2F-2397-444E-B245-E77A5E7A3A43}"/>
              </a:ext>
            </a:extLst>
          </p:cNvPr>
          <p:cNvSpPr>
            <a:spLocks xmlns:a="http://schemas.openxmlformats.org/drawingml/2006/main" noGrp="1"/>
          </p:cNvSpPr>
          <p:nvPr/>
        </p:nvSpPr>
        <p:spPr>
          <a:xfrm xmlns:a="http://schemas.openxmlformats.org/drawingml/2006/main">
            <a:off x="18859500" y="280035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NIMBATUS </a:t>
            </a:r>
            <a:r>
              <a:rPr sz="2175" b="1">
                <a:solidFill>
                  <a:srgbClr val="20262A"/>
                </a:solidFill>
                <a:latin typeface="Arial"/>
                <a:ea typeface="Arial"/>
                <a:cs typeface="Arial"/>
                <a:hlinkClick xmlns:r="http://schemas.openxmlformats.org/officeDocument/2006/relationships" r:id="R091081299c3644d3"/>
              </a:rPr>
              <a:t>[5]</a:t>
            </a:r>
          </a:p>
        </p:txBody>
      </p:sp>
      <p:sp>
        <p:nvSpPr>
          <p:cNvPr id="72" name="">
            <a:extLst xmlns:a="http://schemas.openxmlformats.org/drawingml/2006/main">
              <a:ext uri="{FF2B5EF4-FFF2-40B4-BE49-F238E27FC236}">
                <a16:creationId xmlns:a16="http://schemas.microsoft.com/office/drawing/2014/main" id="{CC2B68CD-DF63-40A0-B338-E647D9E9887C}"/>
              </a:ext>
            </a:extLst>
          </p:cNvPr>
          <p:cNvSpPr>
            <a:spLocks xmlns:a="http://schemas.openxmlformats.org/drawingml/2006/main" noGrp="1"/>
          </p:cNvSpPr>
          <p:nvPr/>
        </p:nvSpPr>
        <p:spPr>
          <a:xfrm xmlns:a="http://schemas.openxmlformats.org/drawingml/2006/main">
            <a:off x="18859500" y="284130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A machine built to solve a practical challenge.</a:t>
            </a:r>
          </a:p>
        </p:txBody>
      </p:sp>
      <p:sp>
        <p:nvSpPr>
          <p:cNvPr id="73" name="">
            <a:extLst xmlns:a="http://schemas.openxmlformats.org/drawingml/2006/main">
              <a:ext uri="{FF2B5EF4-FFF2-40B4-BE49-F238E27FC236}">
                <a16:creationId xmlns:a16="http://schemas.microsoft.com/office/drawing/2014/main" id="{AFB6709B-006D-4D51-8858-382C98168CC0}"/>
              </a:ext>
            </a:extLst>
          </p:cNvPr>
          <p:cNvSpPr>
            <a:spLocks xmlns:a="http://schemas.openxmlformats.org/drawingml/2006/main" noGrp="1"/>
          </p:cNvSpPr>
          <p:nvPr/>
        </p:nvSpPr>
        <p:spPr>
          <a:xfrm xmlns:a="http://schemas.openxmlformats.org/drawingml/2006/main">
            <a:off x="23517225" y="28003500"/>
            <a:ext cx="4391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0262A"/>
                </a:solidFill>
                <a:latin typeface="Arial"/>
                <a:ea typeface="Arial"/>
                <a:cs typeface="Arial"/>
              </a:defRPr>
            </a:defPPr>
            <a:lvl1pPr algn="l">
              <a:defRPr sz="2175" b="1">
                <a:solidFill>
                  <a:srgbClr val="20262A"/>
                </a:solidFill>
                <a:latin typeface="Arial"/>
                <a:ea typeface="Arial"/>
                <a:cs typeface="Arial"/>
              </a:defRPr>
            </a:lvl1pPr>
            <a:lvl2pPr algn="l">
              <a:defRPr sz="2175" b="1">
                <a:solidFill>
                  <a:srgbClr val="20262A"/>
                </a:solidFill>
                <a:latin typeface="Arial"/>
                <a:ea typeface="Arial"/>
                <a:cs typeface="Arial"/>
              </a:defRPr>
            </a:lvl2pPr>
            <a:lvl3pPr algn="l">
              <a:defRPr sz="2175" b="1">
                <a:solidFill>
                  <a:srgbClr val="20262A"/>
                </a:solidFill>
                <a:latin typeface="Arial"/>
                <a:ea typeface="Arial"/>
                <a:cs typeface="Arial"/>
              </a:defRPr>
            </a:lvl3pPr>
            <a:lvl4pPr algn="l">
              <a:defRPr sz="2175" b="1">
                <a:solidFill>
                  <a:srgbClr val="20262A"/>
                </a:solidFill>
                <a:latin typeface="Arial"/>
                <a:ea typeface="Arial"/>
                <a:cs typeface="Arial"/>
              </a:defRPr>
            </a:lvl4pPr>
            <a:lvl5pPr algn="l">
              <a:defRPr sz="2175" b="1">
                <a:solidFill>
                  <a:srgbClr val="20262A"/>
                </a:solidFill>
                <a:latin typeface="Arial"/>
                <a:ea typeface="Arial"/>
                <a:cs typeface="Arial"/>
              </a:defRPr>
            </a:lvl5pPr>
            <a:lvl6pPr algn="l">
              <a:defRPr sz="2175" b="1">
                <a:solidFill>
                  <a:srgbClr val="20262A"/>
                </a:solidFill>
                <a:latin typeface="Arial"/>
                <a:ea typeface="Arial"/>
                <a:cs typeface="Arial"/>
              </a:defRPr>
            </a:lvl6pPr>
            <a:lvl7pPr algn="l">
              <a:defRPr sz="2175" b="1">
                <a:solidFill>
                  <a:srgbClr val="20262A"/>
                </a:solidFill>
                <a:latin typeface="Arial"/>
                <a:ea typeface="Arial"/>
                <a:cs typeface="Arial"/>
              </a:defRPr>
            </a:lvl7pPr>
            <a:lvl8pPr algn="l">
              <a:defRPr sz="2175" b="1">
                <a:solidFill>
                  <a:srgbClr val="20262A"/>
                </a:solidFill>
                <a:latin typeface="Arial"/>
                <a:ea typeface="Arial"/>
                <a:cs typeface="Arial"/>
              </a:defRPr>
            </a:lvl8pPr>
            <a:lvl9pPr algn="l">
              <a:defRPr sz="2175" b="1">
                <a:solidFill>
                  <a:srgbClr val="20262A"/>
                </a:solidFill>
                <a:latin typeface="Arial"/>
                <a:ea typeface="Arial"/>
                <a:cs typeface="Arial"/>
              </a:defRPr>
            </a:lvl9pPr>
          </a:lstStyle>
          <a:p xmlns:a="http://schemas.openxmlformats.org/drawingml/2006/main">
            <a:pPr algn="l">
              <a:defRPr sz="2175" b="1">
                <a:solidFill>
                  <a:srgbClr val="20262A"/>
                </a:solidFill>
                <a:latin typeface="Arial"/>
                <a:ea typeface="Arial"/>
                <a:cs typeface="Arial"/>
              </a:defRPr>
            </a:pPr>
            <a:r>
              <a:rPr sz="2175" b="1">
                <a:solidFill>
                  <a:srgbClr val="20262A"/>
                </a:solidFill>
                <a:latin typeface="Arial"/>
                <a:ea typeface="Arial"/>
                <a:cs typeface="Arial"/>
              </a:rPr>
              <a:t>AIRSHIPS </a:t>
            </a:r>
            <a:r>
              <a:rPr sz="2175" b="1">
                <a:solidFill>
                  <a:srgbClr val="20262A"/>
                </a:solidFill>
                <a:latin typeface="Arial"/>
                <a:ea typeface="Arial"/>
                <a:cs typeface="Arial"/>
                <a:hlinkClick xmlns:r="http://schemas.openxmlformats.org/officeDocument/2006/relationships" r:id="Re50dfc7efa4b41b3"/>
              </a:rPr>
              <a:t>[6]</a:t>
            </a:r>
          </a:p>
        </p:txBody>
      </p:sp>
      <p:sp>
        <p:nvSpPr>
          <p:cNvPr id="74" name="">
            <a:extLst xmlns:a="http://schemas.openxmlformats.org/drawingml/2006/main">
              <a:ext uri="{FF2B5EF4-FFF2-40B4-BE49-F238E27FC236}">
                <a16:creationId xmlns:a16="http://schemas.microsoft.com/office/drawing/2014/main" id="{213662CA-4194-41C1-B109-C537524431AB}"/>
              </a:ext>
            </a:extLst>
          </p:cNvPr>
          <p:cNvSpPr>
            <a:spLocks xmlns:a="http://schemas.openxmlformats.org/drawingml/2006/main" noGrp="1"/>
          </p:cNvSpPr>
          <p:nvPr/>
        </p:nvSpPr>
        <p:spPr>
          <a:xfrm xmlns:a="http://schemas.openxmlformats.org/drawingml/2006/main">
            <a:off x="23517225" y="28413075"/>
            <a:ext cx="43910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57177"/>
                </a:solidFill>
                <a:latin typeface="Arial"/>
                <a:ea typeface="Arial"/>
                <a:cs typeface="Arial"/>
              </a:defRPr>
            </a:defPPr>
            <a:lvl1pPr algn="l">
              <a:defRPr sz="1875" b="0">
                <a:solidFill>
                  <a:srgbClr val="657177"/>
                </a:solidFill>
                <a:latin typeface="Arial"/>
                <a:ea typeface="Arial"/>
                <a:cs typeface="Arial"/>
              </a:defRPr>
            </a:lvl1pPr>
            <a:lvl2pPr algn="l">
              <a:defRPr sz="1875" b="0">
                <a:solidFill>
                  <a:srgbClr val="657177"/>
                </a:solidFill>
                <a:latin typeface="Arial"/>
                <a:ea typeface="Arial"/>
                <a:cs typeface="Arial"/>
              </a:defRPr>
            </a:lvl2pPr>
            <a:lvl3pPr algn="l">
              <a:defRPr sz="1875" b="0">
                <a:solidFill>
                  <a:srgbClr val="657177"/>
                </a:solidFill>
                <a:latin typeface="Arial"/>
                <a:ea typeface="Arial"/>
                <a:cs typeface="Arial"/>
              </a:defRPr>
            </a:lvl3pPr>
            <a:lvl4pPr algn="l">
              <a:defRPr sz="1875" b="0">
                <a:solidFill>
                  <a:srgbClr val="657177"/>
                </a:solidFill>
                <a:latin typeface="Arial"/>
                <a:ea typeface="Arial"/>
                <a:cs typeface="Arial"/>
              </a:defRPr>
            </a:lvl4pPr>
            <a:lvl5pPr algn="l">
              <a:defRPr sz="1875" b="0">
                <a:solidFill>
                  <a:srgbClr val="657177"/>
                </a:solidFill>
                <a:latin typeface="Arial"/>
                <a:ea typeface="Arial"/>
                <a:cs typeface="Arial"/>
              </a:defRPr>
            </a:lvl5pPr>
            <a:lvl6pPr algn="l">
              <a:defRPr sz="1875" b="0">
                <a:solidFill>
                  <a:srgbClr val="657177"/>
                </a:solidFill>
                <a:latin typeface="Arial"/>
                <a:ea typeface="Arial"/>
                <a:cs typeface="Arial"/>
              </a:defRPr>
            </a:lvl6pPr>
            <a:lvl7pPr algn="l">
              <a:defRPr sz="1875" b="0">
                <a:solidFill>
                  <a:srgbClr val="657177"/>
                </a:solidFill>
                <a:latin typeface="Arial"/>
                <a:ea typeface="Arial"/>
                <a:cs typeface="Arial"/>
              </a:defRPr>
            </a:lvl7pPr>
            <a:lvl8pPr algn="l">
              <a:defRPr sz="1875" b="0">
                <a:solidFill>
                  <a:srgbClr val="657177"/>
                </a:solidFill>
                <a:latin typeface="Arial"/>
                <a:ea typeface="Arial"/>
                <a:cs typeface="Arial"/>
              </a:defRPr>
            </a:lvl8pPr>
            <a:lvl9pPr algn="l">
              <a:defRPr sz="1875" b="0">
                <a:solidFill>
                  <a:srgbClr val="657177"/>
                </a:solidFill>
                <a:latin typeface="Arial"/>
                <a:ea typeface="Arial"/>
                <a:cs typeface="Arial"/>
              </a:defRPr>
            </a:lvl9pPr>
          </a:lstStyle>
          <a:p xmlns:a="http://schemas.openxmlformats.org/drawingml/2006/main">
            <a:pPr algn="l">
              <a:defRPr sz="1875" b="0">
                <a:solidFill>
                  <a:srgbClr val="657177"/>
                </a:solidFill>
                <a:latin typeface="Arial"/>
                <a:ea typeface="Arial"/>
                <a:cs typeface="Arial"/>
              </a:defRPr>
            </a:pPr>
            <a:r>
              <a:rPr sz="1875" b="0">
                <a:solidFill>
                  <a:srgbClr val="657177"/>
                </a:solidFill>
                <a:latin typeface="Arial"/>
                <a:ea typeface="Arial"/>
                <a:cs typeface="Arial"/>
              </a:rPr>
              <a:t>Conquer the Skies: pixel modules make construction readable.</a:t>
            </a:r>
          </a:p>
        </p:txBody>
      </p:sp>
      <p:sp>
        <p:nvSpPr>
          <p:cNvPr id="75" name="">
            <a:extLst xmlns:a="http://schemas.openxmlformats.org/drawingml/2006/main">
              <a:ext uri="{FF2B5EF4-FFF2-40B4-BE49-F238E27FC236}">
                <a16:creationId xmlns:a16="http://schemas.microsoft.com/office/drawing/2014/main" id="{0EAAD42E-7BFD-40D8-A3D7-3DD5C7D0FF15}"/>
              </a:ext>
            </a:extLst>
          </p:cNvPr>
          <p:cNvSpPr>
            <a:spLocks xmlns:a="http://schemas.openxmlformats.org/drawingml/2006/main" noGrp="1"/>
          </p:cNvSpPr>
          <p:nvPr/>
        </p:nvSpPr>
        <p:spPr>
          <a:xfrm xmlns:a="http://schemas.openxmlformats.org/drawingml/2006/main">
            <a:off x="18859500" y="30003750"/>
            <a:ext cx="9048750" cy="3238500"/>
          </a:xfrm>
          <a:prstGeom xmlns:a="http://schemas.openxmlformats.org/drawingml/2006/main" prst="rect">
            <a:avLst/>
          </a:prstGeom>
          <a:solidFill xmlns:a="http://schemas.openxmlformats.org/drawingml/2006/main">
            <a:srgbClr val="F7E9E7"/>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ACA7C2C3-76AA-4BD8-8B49-35F392994F30}"/>
              </a:ext>
            </a:extLst>
          </p:cNvPr>
          <p:cNvSpPr>
            <a:spLocks xmlns:a="http://schemas.openxmlformats.org/drawingml/2006/main" noGrp="1"/>
          </p:cNvSpPr>
          <p:nvPr/>
        </p:nvSpPr>
        <p:spPr>
          <a:xfrm xmlns:a="http://schemas.openxmlformats.org/drawingml/2006/main">
            <a:off x="19145250" y="30289500"/>
            <a:ext cx="847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CB4A4F"/>
                </a:solidFill>
                <a:latin typeface="Arial"/>
                <a:ea typeface="Arial"/>
                <a:cs typeface="Arial"/>
              </a:defRPr>
            </a:defPPr>
            <a:lvl1pPr algn="l">
              <a:defRPr sz="2175" b="1">
                <a:solidFill>
                  <a:srgbClr val="CB4A4F"/>
                </a:solidFill>
                <a:latin typeface="Arial"/>
                <a:ea typeface="Arial"/>
                <a:cs typeface="Arial"/>
              </a:defRPr>
            </a:lvl1pPr>
            <a:lvl2pPr algn="l">
              <a:defRPr sz="2175" b="1">
                <a:solidFill>
                  <a:srgbClr val="CB4A4F"/>
                </a:solidFill>
                <a:latin typeface="Arial"/>
                <a:ea typeface="Arial"/>
                <a:cs typeface="Arial"/>
              </a:defRPr>
            </a:lvl2pPr>
            <a:lvl3pPr algn="l">
              <a:defRPr sz="2175" b="1">
                <a:solidFill>
                  <a:srgbClr val="CB4A4F"/>
                </a:solidFill>
                <a:latin typeface="Arial"/>
                <a:ea typeface="Arial"/>
                <a:cs typeface="Arial"/>
              </a:defRPr>
            </a:lvl3pPr>
            <a:lvl4pPr algn="l">
              <a:defRPr sz="2175" b="1">
                <a:solidFill>
                  <a:srgbClr val="CB4A4F"/>
                </a:solidFill>
                <a:latin typeface="Arial"/>
                <a:ea typeface="Arial"/>
                <a:cs typeface="Arial"/>
              </a:defRPr>
            </a:lvl4pPr>
            <a:lvl5pPr algn="l">
              <a:defRPr sz="2175" b="1">
                <a:solidFill>
                  <a:srgbClr val="CB4A4F"/>
                </a:solidFill>
                <a:latin typeface="Arial"/>
                <a:ea typeface="Arial"/>
                <a:cs typeface="Arial"/>
              </a:defRPr>
            </a:lvl5pPr>
            <a:lvl6pPr algn="l">
              <a:defRPr sz="2175" b="1">
                <a:solidFill>
                  <a:srgbClr val="CB4A4F"/>
                </a:solidFill>
                <a:latin typeface="Arial"/>
                <a:ea typeface="Arial"/>
                <a:cs typeface="Arial"/>
              </a:defRPr>
            </a:lvl6pPr>
            <a:lvl7pPr algn="l">
              <a:defRPr sz="2175" b="1">
                <a:solidFill>
                  <a:srgbClr val="CB4A4F"/>
                </a:solidFill>
                <a:latin typeface="Arial"/>
                <a:ea typeface="Arial"/>
                <a:cs typeface="Arial"/>
              </a:defRPr>
            </a:lvl7pPr>
            <a:lvl8pPr algn="l">
              <a:defRPr sz="2175" b="1">
                <a:solidFill>
                  <a:srgbClr val="CB4A4F"/>
                </a:solidFill>
                <a:latin typeface="Arial"/>
                <a:ea typeface="Arial"/>
                <a:cs typeface="Arial"/>
              </a:defRPr>
            </a:lvl8pPr>
            <a:lvl9pPr algn="l">
              <a:defRPr sz="2175" b="1">
                <a:solidFill>
                  <a:srgbClr val="CB4A4F"/>
                </a:solidFill>
                <a:latin typeface="Arial"/>
                <a:ea typeface="Arial"/>
                <a:cs typeface="Arial"/>
              </a:defRPr>
            </a:lvl9pPr>
          </a:lstStyle>
          <a:p xmlns:a="http://schemas.openxmlformats.org/drawingml/2006/main">
            <a:pPr algn="l">
              <a:defRPr sz="2175" b="1">
                <a:solidFill>
                  <a:srgbClr val="CB4A4F"/>
                </a:solidFill>
                <a:latin typeface="Arial"/>
                <a:ea typeface="Arial"/>
                <a:cs typeface="Arial"/>
              </a:defRPr>
            </a:pPr>
            <a:r>
              <a:rPr sz="2175" b="1">
                <a:solidFill>
                  <a:srgbClr val="CB4A4F"/>
                </a:solidFill>
                <a:latin typeface="Arial"/>
                <a:ea typeface="Arial"/>
                <a:cs typeface="Arial"/>
              </a:rPr>
              <a:t>WORKSHOP TABOO / GAME RULE</a:t>
            </a:r>
          </a:p>
        </p:txBody>
      </p:sp>
      <p:sp>
        <p:nvSpPr>
          <p:cNvPr id="77" name="">
            <a:extLst xmlns:a="http://schemas.openxmlformats.org/drawingml/2006/main">
              <a:ext uri="{FF2B5EF4-FFF2-40B4-BE49-F238E27FC236}">
                <a16:creationId xmlns:a16="http://schemas.microsoft.com/office/drawing/2014/main" id="{9BBADC1D-5151-4134-98B2-575519016F95}"/>
              </a:ext>
            </a:extLst>
          </p:cNvPr>
          <p:cNvSpPr>
            <a:spLocks xmlns:a="http://schemas.openxmlformats.org/drawingml/2006/main" noGrp="1"/>
          </p:cNvSpPr>
          <p:nvPr/>
        </p:nvSpPr>
        <p:spPr>
          <a:xfrm xmlns:a="http://schemas.openxmlformats.org/drawingml/2006/main">
            <a:off x="19145250" y="30889575"/>
            <a:ext cx="84772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20262A"/>
                </a:solidFill>
                <a:latin typeface="Arial"/>
                <a:ea typeface="Arial"/>
                <a:cs typeface="Arial"/>
              </a:defRPr>
            </a:defPPr>
            <a:lvl1pPr algn="l">
              <a:defRPr sz="2175" b="0">
                <a:solidFill>
                  <a:srgbClr val="20262A"/>
                </a:solidFill>
                <a:latin typeface="Arial"/>
                <a:ea typeface="Arial"/>
                <a:cs typeface="Arial"/>
              </a:defRPr>
            </a:lvl1pPr>
            <a:lvl2pPr algn="l">
              <a:defRPr sz="2175" b="0">
                <a:solidFill>
                  <a:srgbClr val="20262A"/>
                </a:solidFill>
                <a:latin typeface="Arial"/>
                <a:ea typeface="Arial"/>
                <a:cs typeface="Arial"/>
              </a:defRPr>
            </a:lvl2pPr>
            <a:lvl3pPr algn="l">
              <a:defRPr sz="2175" b="0">
                <a:solidFill>
                  <a:srgbClr val="20262A"/>
                </a:solidFill>
                <a:latin typeface="Arial"/>
                <a:ea typeface="Arial"/>
                <a:cs typeface="Arial"/>
              </a:defRPr>
            </a:lvl3pPr>
            <a:lvl4pPr algn="l">
              <a:defRPr sz="2175" b="0">
                <a:solidFill>
                  <a:srgbClr val="20262A"/>
                </a:solidFill>
                <a:latin typeface="Arial"/>
                <a:ea typeface="Arial"/>
                <a:cs typeface="Arial"/>
              </a:defRPr>
            </a:lvl4pPr>
            <a:lvl5pPr algn="l">
              <a:defRPr sz="2175" b="0">
                <a:solidFill>
                  <a:srgbClr val="20262A"/>
                </a:solidFill>
                <a:latin typeface="Arial"/>
                <a:ea typeface="Arial"/>
                <a:cs typeface="Arial"/>
              </a:defRPr>
            </a:lvl5pPr>
            <a:lvl6pPr algn="l">
              <a:defRPr sz="2175" b="0">
                <a:solidFill>
                  <a:srgbClr val="20262A"/>
                </a:solidFill>
                <a:latin typeface="Arial"/>
                <a:ea typeface="Arial"/>
                <a:cs typeface="Arial"/>
              </a:defRPr>
            </a:lvl6pPr>
            <a:lvl7pPr algn="l">
              <a:defRPr sz="2175" b="0">
                <a:solidFill>
                  <a:srgbClr val="20262A"/>
                </a:solidFill>
                <a:latin typeface="Arial"/>
                <a:ea typeface="Arial"/>
                <a:cs typeface="Arial"/>
              </a:defRPr>
            </a:lvl7pPr>
            <a:lvl8pPr algn="l">
              <a:defRPr sz="2175" b="0">
                <a:solidFill>
                  <a:srgbClr val="20262A"/>
                </a:solidFill>
                <a:latin typeface="Arial"/>
                <a:ea typeface="Arial"/>
                <a:cs typeface="Arial"/>
              </a:defRPr>
            </a:lvl8pPr>
            <a:lvl9pPr algn="l">
              <a:defRPr sz="2175" b="0">
                <a:solidFill>
                  <a:srgbClr val="20262A"/>
                </a:solidFill>
                <a:latin typeface="Arial"/>
                <a:ea typeface="Arial"/>
                <a:cs typeface="Arial"/>
              </a:defRPr>
            </a:lvl9pPr>
          </a:lstStyle>
          <a:p xmlns:a="http://schemas.openxmlformats.org/drawingml/2006/main">
            <a:pPr algn="l">
              <a:defRPr sz="2175" b="0">
                <a:solidFill>
                  <a:srgbClr val="20262A"/>
                </a:solidFill>
                <a:latin typeface="Arial"/>
                <a:ea typeface="Arial"/>
                <a:cs typeface="Arial"/>
              </a:defRPr>
            </a:pPr>
            <a:r>
              <a:rPr sz="2175" b="0">
                <a:solidFill>
                  <a:srgbClr val="20262A"/>
                </a:solidFill>
                <a:latin typeface="Arial"/>
                <a:ea typeface="Arial"/>
                <a:cs typeface="Arial"/>
              </a:rPr>
              <a:t>Never adjust machinery while it is running. Manual structural editing is unavailable during combat. The player must finish or exit the run and return to construction. Until then, the design must face its weaknesses. Automatic recovery remains a separate system.</a:t>
            </a:r>
          </a:p>
        </p:txBody>
      </p:sp>
      <p:sp>
        <p:nvSpPr>
          <p:cNvPr id="78" name="">
            <a:extLst xmlns:a="http://schemas.openxmlformats.org/drawingml/2006/main">
              <a:ext uri="{FF2B5EF4-FFF2-40B4-BE49-F238E27FC236}">
                <a16:creationId xmlns:a16="http://schemas.microsoft.com/office/drawing/2014/main" id="{21BC44FF-70DE-44AB-8D21-F59C99A7A01D}"/>
              </a:ext>
            </a:extLst>
          </p:cNvPr>
          <p:cNvSpPr>
            <a:spLocks xmlns:a="http://schemas.openxmlformats.org/drawingml/2006/main" noGrp="1"/>
          </p:cNvSpPr>
          <p:nvPr/>
        </p:nvSpPr>
        <p:spPr>
          <a:xfrm xmlns:a="http://schemas.openxmlformats.org/drawingml/2006/main">
            <a:off x="666750" y="33537525"/>
            <a:ext cx="2714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177"/>
                </a:solidFill>
                <a:latin typeface="Arial"/>
                <a:ea typeface="Arial"/>
                <a:cs typeface="Arial"/>
              </a:defRPr>
            </a:defPPr>
            <a:lvl1pPr algn="l">
              <a:defRPr sz="1650" b="0">
                <a:solidFill>
                  <a:srgbClr val="657177"/>
                </a:solidFill>
                <a:latin typeface="Arial"/>
                <a:ea typeface="Arial"/>
                <a:cs typeface="Arial"/>
              </a:defRPr>
            </a:lvl1pPr>
            <a:lvl2pPr algn="l">
              <a:defRPr sz="1650" b="0">
                <a:solidFill>
                  <a:srgbClr val="657177"/>
                </a:solidFill>
                <a:latin typeface="Arial"/>
                <a:ea typeface="Arial"/>
                <a:cs typeface="Arial"/>
              </a:defRPr>
            </a:lvl2pPr>
            <a:lvl3pPr algn="l">
              <a:defRPr sz="1650" b="0">
                <a:solidFill>
                  <a:srgbClr val="657177"/>
                </a:solidFill>
                <a:latin typeface="Arial"/>
                <a:ea typeface="Arial"/>
                <a:cs typeface="Arial"/>
              </a:defRPr>
            </a:lvl3pPr>
            <a:lvl4pPr algn="l">
              <a:defRPr sz="1650" b="0">
                <a:solidFill>
                  <a:srgbClr val="657177"/>
                </a:solidFill>
                <a:latin typeface="Arial"/>
                <a:ea typeface="Arial"/>
                <a:cs typeface="Arial"/>
              </a:defRPr>
            </a:lvl4pPr>
            <a:lvl5pPr algn="l">
              <a:defRPr sz="1650" b="0">
                <a:solidFill>
                  <a:srgbClr val="657177"/>
                </a:solidFill>
                <a:latin typeface="Arial"/>
                <a:ea typeface="Arial"/>
                <a:cs typeface="Arial"/>
              </a:defRPr>
            </a:lvl5pPr>
            <a:lvl6pPr algn="l">
              <a:defRPr sz="1650" b="0">
                <a:solidFill>
                  <a:srgbClr val="657177"/>
                </a:solidFill>
                <a:latin typeface="Arial"/>
                <a:ea typeface="Arial"/>
                <a:cs typeface="Arial"/>
              </a:defRPr>
            </a:lvl6pPr>
            <a:lvl7pPr algn="l">
              <a:defRPr sz="1650" b="0">
                <a:solidFill>
                  <a:srgbClr val="657177"/>
                </a:solidFill>
                <a:latin typeface="Arial"/>
                <a:ea typeface="Arial"/>
                <a:cs typeface="Arial"/>
              </a:defRPr>
            </a:lvl7pPr>
            <a:lvl8pPr algn="l">
              <a:defRPr sz="1650" b="0">
                <a:solidFill>
                  <a:srgbClr val="657177"/>
                </a:solidFill>
                <a:latin typeface="Arial"/>
                <a:ea typeface="Arial"/>
                <a:cs typeface="Arial"/>
              </a:defRPr>
            </a:lvl8pPr>
            <a:lvl9pPr algn="l">
              <a:defRPr sz="1650" b="0">
                <a:solidFill>
                  <a:srgbClr val="657177"/>
                </a:solidFill>
                <a:latin typeface="Arial"/>
                <a:ea typeface="Arial"/>
                <a:cs typeface="Arial"/>
              </a:defRPr>
            </a:lvl9pPr>
          </a:lstStyle>
          <a:p xmlns:a="http://schemas.openxmlformats.org/drawingml/2006/main">
            <a:pPr algn="l">
              <a:defRPr sz="1650" b="0">
                <a:solidFill>
                  <a:srgbClr val="657177"/>
                </a:solidFill>
                <a:latin typeface="Arial"/>
                <a:ea typeface="Arial"/>
                <a:cs typeface="Arial"/>
              </a:defRPr>
            </a:pPr>
            <a:r>
              <a:rPr sz="1650" b="0">
                <a:solidFill>
                  <a:srgbClr val="657177"/>
                </a:solidFill>
                <a:latin typeface="Arial"/>
                <a:ea typeface="Arial"/>
                <a:cs typeface="Arial"/>
              </a:rPr>
              <a:t>Image credits: developer screenshots via official Steam listings [1, 2, 4, 5, 6]. Minecraft image: Mr_Mega_Mango / Minecraft.net </a:t>
            </a:r>
            <a:r>
              <a:rPr sz="1650" b="0">
                <a:solidFill>
                  <a:srgbClr val="657177"/>
                </a:solidFill>
                <a:latin typeface="Arial"/>
                <a:ea typeface="Arial"/>
                <a:cs typeface="Arial"/>
                <a:hlinkClick xmlns:r="http://schemas.openxmlformats.org/officeDocument/2006/relationships" r:id="R63a1e6c88b8f4408"/>
              </a:rPr>
              <a:t>[3]</a:t>
            </a:r>
            <a:r>
              <a:rPr sz="1650" b="0">
                <a:solidFill>
                  <a:srgbClr val="657177"/>
                </a:solidFill>
                <a:latin typeface="Arial"/>
                <a:ea typeface="Arial"/>
                <a:cs typeface="Arial"/>
              </a:rPr>
              <a:t>. Reference images inform the design direction.</a:t>
            </a:r>
          </a:p>
        </p:txBody>
      </p:sp>
    </p:spTree>
    <p:extLst>
      <p:ext uri="{BB962C8B-B14F-4D97-AF65-F5344CB8AC3E}">
        <p14:creationId xmlns:p14="http://schemas.microsoft.com/office/powerpoint/2010/main" val="4317192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2026-10-19T14:33:09.6950000Z</dcterms:created>
  <dcterms:modified xsi:type="dcterms:W3CDTF">2026-10-19T14:33:09.6950000Z</dcterms:modified>
</coreProperties>
</file>